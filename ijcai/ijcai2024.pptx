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74" r:id="rId9"/>
    <p:sldId id="278" r:id="rId10"/>
    <p:sldId id="277" r:id="rId11"/>
    <p:sldId id="275" r:id="rId12"/>
    <p:sldId id="276" r:id="rId13"/>
    <p:sldId id="262" r:id="rId14"/>
    <p:sldId id="269" r:id="rId15"/>
    <p:sldId id="266" r:id="rId16"/>
    <p:sldId id="267" r:id="rId17"/>
    <p:sldId id="268" r:id="rId18"/>
    <p:sldId id="279" r:id="rId19"/>
    <p:sldId id="280" r:id="rId20"/>
    <p:sldId id="264" r:id="rId21"/>
    <p:sldId id="271" r:id="rId22"/>
    <p:sldId id="283" r:id="rId23"/>
    <p:sldId id="281" r:id="rId24"/>
    <p:sldId id="282" r:id="rId25"/>
    <p:sldId id="270" r:id="rId26"/>
    <p:sldId id="272" r:id="rId27"/>
    <p:sldId id="273" r:id="rId28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ang" initials="G" lastIdx="1" clrIdx="0">
    <p:extLst>
      <p:ext uri="{19B8F6BF-5375-455C-9EA6-DF929625EA0E}">
        <p15:presenceInfo xmlns:p15="http://schemas.microsoft.com/office/powerpoint/2012/main" userId="f270fcd3f4732e2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98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348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100961" tIns="50481" rIns="100961" bIns="50481" rtlCol="0"/>
          <a:lstStyle>
            <a:lvl1pPr algn="l">
              <a:defRPr sz="14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3"/>
            <a:ext cx="3169920" cy="481726"/>
          </a:xfrm>
          <a:prstGeom prst="rect">
            <a:avLst/>
          </a:prstGeom>
        </p:spPr>
        <p:txBody>
          <a:bodyPr vert="horz" lIns="100961" tIns="50481" rIns="100961" bIns="50481" rtlCol="0"/>
          <a:lstStyle>
            <a:lvl1pPr algn="r">
              <a:defRPr sz="1400"/>
            </a:lvl1pPr>
          </a:lstStyle>
          <a:p>
            <a:fld id="{97F8DD80-DD66-4581-B9CE-855D52C33F36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961" tIns="50481" rIns="100961" bIns="5048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2" y="4620579"/>
            <a:ext cx="5852160" cy="3780473"/>
          </a:xfrm>
          <a:prstGeom prst="rect">
            <a:avLst/>
          </a:prstGeom>
        </p:spPr>
        <p:txBody>
          <a:bodyPr vert="horz" lIns="100961" tIns="50481" rIns="100961" bIns="5048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5"/>
          </a:xfrm>
          <a:prstGeom prst="rect">
            <a:avLst/>
          </a:prstGeom>
        </p:spPr>
        <p:txBody>
          <a:bodyPr vert="horz" lIns="100961" tIns="50481" rIns="100961" bIns="50481" rtlCol="0" anchor="b"/>
          <a:lstStyle>
            <a:lvl1pPr algn="l">
              <a:defRPr sz="14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5"/>
          </a:xfrm>
          <a:prstGeom prst="rect">
            <a:avLst/>
          </a:prstGeom>
        </p:spPr>
        <p:txBody>
          <a:bodyPr vert="horz" lIns="100961" tIns="50481" rIns="100961" bIns="50481" rtlCol="0" anchor="b"/>
          <a:lstStyle>
            <a:lvl1pPr algn="r">
              <a:defRPr sz="1400"/>
            </a:lvl1pPr>
          </a:lstStyle>
          <a:p>
            <a:fld id="{3198F70A-F316-471E-86FA-CD51536BE7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57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82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12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67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88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54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607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78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2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250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76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D17C3-9FCC-4121-A448-358F5D32FAA7}" type="datetimeFigureOut">
              <a:rPr lang="en-AU" smtClean="0"/>
              <a:t>25/01/2024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46FF5-AE13-46D4-BC3D-014519D54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37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2.emf"/><Relationship Id="rId7" Type="http://schemas.openxmlformats.org/officeDocument/2006/relationships/image" Target="../media/image3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2.emf"/><Relationship Id="rId7" Type="http://schemas.openxmlformats.org/officeDocument/2006/relationships/image" Target="../media/image3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5FFF-8716-150E-F255-A63178BE2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849A7-5FE4-91D3-D8CA-A52CAA0F0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01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1366259" y="1292383"/>
            <a:ext cx="315354" cy="736966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-628833" y="4109193"/>
            <a:ext cx="410720" cy="654059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538" y="1257276"/>
            <a:ext cx="736581" cy="807180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277821" y="5642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-159977" y="21044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1370700" y="21044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-230409" y="1225034"/>
            <a:ext cx="315354" cy="736966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9" name="Graphic 48" descr="Packing Box Open outline">
            <a:extLst>
              <a:ext uri="{FF2B5EF4-FFF2-40B4-BE49-F238E27FC236}">
                <a16:creationId xmlns:a16="http://schemas.microsoft.com/office/drawing/2014/main" id="{35C34F43-84E3-3D0B-B076-11D872B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" y="4138571"/>
            <a:ext cx="736581" cy="807180"/>
          </a:xfrm>
          <a:prstGeom prst="rect">
            <a:avLst/>
          </a:prstGeom>
        </p:spPr>
      </p:pic>
      <p:sp>
        <p:nvSpPr>
          <p:cNvPr id="50" name="Callout: Down Arrow 49">
            <a:extLst>
              <a:ext uri="{FF2B5EF4-FFF2-40B4-BE49-F238E27FC236}">
                <a16:creationId xmlns:a16="http://schemas.microsoft.com/office/drawing/2014/main" id="{C60BE003-8EB8-94A8-6238-2D5EAC8D1791}"/>
              </a:ext>
            </a:extLst>
          </p:cNvPr>
          <p:cNvSpPr/>
          <p:nvPr/>
        </p:nvSpPr>
        <p:spPr>
          <a:xfrm>
            <a:off x="-83021" y="351292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41D3D-0491-1867-0197-BB8E4D527069}"/>
              </a:ext>
            </a:extLst>
          </p:cNvPr>
          <p:cNvSpPr txBox="1"/>
          <p:nvPr/>
        </p:nvSpPr>
        <p:spPr>
          <a:xfrm>
            <a:off x="-520819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3A8FEF-A80D-4096-D74A-40495CCFDE79}"/>
              </a:ext>
            </a:extLst>
          </p:cNvPr>
          <p:cNvSpPr txBox="1"/>
          <p:nvPr/>
        </p:nvSpPr>
        <p:spPr>
          <a:xfrm>
            <a:off x="1009858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941838" y="4206836"/>
            <a:ext cx="410716" cy="654058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9" name="Graphic 58" descr="Packing Box Open outline">
            <a:extLst>
              <a:ext uri="{FF2B5EF4-FFF2-40B4-BE49-F238E27FC236}">
                <a16:creationId xmlns:a16="http://schemas.microsoft.com/office/drawing/2014/main" id="{156A18A1-3D3F-7C65-B15A-3F5D09DE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014" y="4321071"/>
            <a:ext cx="736581" cy="807180"/>
          </a:xfrm>
          <a:prstGeom prst="rect">
            <a:avLst/>
          </a:prstGeom>
        </p:spPr>
      </p:pic>
      <p:sp>
        <p:nvSpPr>
          <p:cNvPr id="60" name="Callout: Down Arrow 59">
            <a:extLst>
              <a:ext uri="{FF2B5EF4-FFF2-40B4-BE49-F238E27FC236}">
                <a16:creationId xmlns:a16="http://schemas.microsoft.com/office/drawing/2014/main" id="{F5070EDE-72EA-5522-8BE7-9D48E851D6CF}"/>
              </a:ext>
            </a:extLst>
          </p:cNvPr>
          <p:cNvSpPr/>
          <p:nvPr/>
        </p:nvSpPr>
        <p:spPr>
          <a:xfrm>
            <a:off x="3393761" y="357786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B26BDA-FDDF-892F-604D-D05E33237AC8}"/>
              </a:ext>
            </a:extLst>
          </p:cNvPr>
          <p:cNvSpPr txBox="1"/>
          <p:nvPr/>
        </p:nvSpPr>
        <p:spPr>
          <a:xfrm>
            <a:off x="2974500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72823-6238-C10A-61CE-8343DC10912D}"/>
              </a:ext>
            </a:extLst>
          </p:cNvPr>
          <p:cNvSpPr txBox="1"/>
          <p:nvPr/>
        </p:nvSpPr>
        <p:spPr>
          <a:xfrm>
            <a:off x="4505176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A8937B-C955-5411-C842-DBB2631CA68F}"/>
              </a:ext>
            </a:extLst>
          </p:cNvPr>
          <p:cNvGrpSpPr/>
          <p:nvPr/>
        </p:nvGrpSpPr>
        <p:grpSpPr>
          <a:xfrm>
            <a:off x="2904067" y="4288829"/>
            <a:ext cx="315354" cy="736966"/>
            <a:chOff x="5303127" y="2535583"/>
            <a:chExt cx="344189" cy="762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AF73579-A9EA-594F-296C-0935042342C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2C574C-A53F-8824-E8FF-E91EBE4E997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3DA639-24D5-57B0-9F29-CC9E7F685D60}"/>
              </a:ext>
            </a:extLst>
          </p:cNvPr>
          <p:cNvGrpSpPr/>
          <p:nvPr/>
        </p:nvGrpSpPr>
        <p:grpSpPr>
          <a:xfrm flipH="1">
            <a:off x="4437156" y="4321987"/>
            <a:ext cx="410716" cy="654058"/>
            <a:chOff x="3123276" y="2785871"/>
            <a:chExt cx="448270" cy="6762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9523A71-714B-3219-2F95-9BEA0DCD0504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EF8D18C-B773-9265-EB27-E20D83295B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69" name="Graphic 68" descr="Packing Box Open outline">
            <a:extLst>
              <a:ext uri="{FF2B5EF4-FFF2-40B4-BE49-F238E27FC236}">
                <a16:creationId xmlns:a16="http://schemas.microsoft.com/office/drawing/2014/main" id="{0DCD6566-9337-DA75-2270-2EFAFAF7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310" y="4337176"/>
            <a:ext cx="736581" cy="807180"/>
          </a:xfrm>
          <a:prstGeom prst="rect">
            <a:avLst/>
          </a:prstGeom>
        </p:spPr>
      </p:pic>
      <p:sp>
        <p:nvSpPr>
          <p:cNvPr id="70" name="Callout: Down Arrow 69">
            <a:extLst>
              <a:ext uri="{FF2B5EF4-FFF2-40B4-BE49-F238E27FC236}">
                <a16:creationId xmlns:a16="http://schemas.microsoft.com/office/drawing/2014/main" id="{52514AE0-325C-535C-9D6F-43FFE4F17D5A}"/>
              </a:ext>
            </a:extLst>
          </p:cNvPr>
          <p:cNvSpPr/>
          <p:nvPr/>
        </p:nvSpPr>
        <p:spPr>
          <a:xfrm>
            <a:off x="6204593" y="36441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9CF699-EF99-41AD-03C1-CD8AE5A7ADAA}"/>
              </a:ext>
            </a:extLst>
          </p:cNvPr>
          <p:cNvSpPr txBox="1"/>
          <p:nvPr/>
        </p:nvSpPr>
        <p:spPr>
          <a:xfrm>
            <a:off x="5766796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621DF9-6EFF-9FAD-43F9-E800E6C026C4}"/>
              </a:ext>
            </a:extLst>
          </p:cNvPr>
          <p:cNvSpPr txBox="1"/>
          <p:nvPr/>
        </p:nvSpPr>
        <p:spPr>
          <a:xfrm>
            <a:off x="7297472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A071E5C-086E-9E71-B195-36FA8FA25E14}"/>
              </a:ext>
            </a:extLst>
          </p:cNvPr>
          <p:cNvGrpSpPr/>
          <p:nvPr/>
        </p:nvGrpSpPr>
        <p:grpSpPr>
          <a:xfrm>
            <a:off x="5696363" y="4304934"/>
            <a:ext cx="315354" cy="736966"/>
            <a:chOff x="5303127" y="2535583"/>
            <a:chExt cx="344189" cy="762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48F4B29-0A94-C96C-B78A-CC32D2304F1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B6FB9C-8C4C-2E8E-996B-399A4FEB4EEF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06DE9-5F5A-5B7C-D445-51DF125519A2}"/>
              </a:ext>
            </a:extLst>
          </p:cNvPr>
          <p:cNvGrpSpPr/>
          <p:nvPr/>
        </p:nvGrpSpPr>
        <p:grpSpPr>
          <a:xfrm flipH="1">
            <a:off x="7229452" y="4338092"/>
            <a:ext cx="410716" cy="654058"/>
            <a:chOff x="3123276" y="2785871"/>
            <a:chExt cx="448270" cy="67627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34D3459-D8FA-62CA-D53D-14F6B700476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A49365-62C3-88A9-0FCB-68E40634F263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79" name="Graphic 78" descr="Packing Box Open outline">
            <a:extLst>
              <a:ext uri="{FF2B5EF4-FFF2-40B4-BE49-F238E27FC236}">
                <a16:creationId xmlns:a16="http://schemas.microsoft.com/office/drawing/2014/main" id="{B3E324AF-50D2-8EFE-F48B-468B3EBE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762" y="1329178"/>
            <a:ext cx="736581" cy="807180"/>
          </a:xfrm>
          <a:prstGeom prst="rect">
            <a:avLst/>
          </a:prstGeom>
        </p:spPr>
      </p:pic>
      <p:sp>
        <p:nvSpPr>
          <p:cNvPr id="80" name="Callout: Down Arrow 79">
            <a:extLst>
              <a:ext uri="{FF2B5EF4-FFF2-40B4-BE49-F238E27FC236}">
                <a16:creationId xmlns:a16="http://schemas.microsoft.com/office/drawing/2014/main" id="{717214F2-E70E-2BDD-B7E3-DD9F625EABAF}"/>
              </a:ext>
            </a:extLst>
          </p:cNvPr>
          <p:cNvSpPr/>
          <p:nvPr/>
        </p:nvSpPr>
        <p:spPr>
          <a:xfrm>
            <a:off x="3282045" y="636179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9CD92-EFA8-9BDB-3938-6660ADBEAFE0}"/>
              </a:ext>
            </a:extLst>
          </p:cNvPr>
          <p:cNvSpPr txBox="1"/>
          <p:nvPr/>
        </p:nvSpPr>
        <p:spPr>
          <a:xfrm>
            <a:off x="2844248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9184BD-5210-8499-9402-7D6DDA5EFDA6}"/>
              </a:ext>
            </a:extLst>
          </p:cNvPr>
          <p:cNvSpPr txBox="1"/>
          <p:nvPr/>
        </p:nvSpPr>
        <p:spPr>
          <a:xfrm>
            <a:off x="4374924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-869234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615AEE-FE9A-B30D-4A6B-39317089C5E0}"/>
              </a:ext>
            </a:extLst>
          </p:cNvPr>
          <p:cNvSpPr txBox="1"/>
          <p:nvPr/>
        </p:nvSpPr>
        <p:spPr>
          <a:xfrm>
            <a:off x="2273727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2D52C2E-59DB-1E49-0307-301155612165}"/>
              </a:ext>
            </a:extLst>
          </p:cNvPr>
          <p:cNvSpPr txBox="1"/>
          <p:nvPr/>
        </p:nvSpPr>
        <p:spPr>
          <a:xfrm>
            <a:off x="-828615" y="3245353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66ADC0-9346-1F82-ABAC-1DD4F940521E}"/>
              </a:ext>
            </a:extLst>
          </p:cNvPr>
          <p:cNvSpPr txBox="1"/>
          <p:nvPr/>
        </p:nvSpPr>
        <p:spPr>
          <a:xfrm>
            <a:off x="5720436" y="3291521"/>
            <a:ext cx="61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</a:p>
          <a:p>
            <a:endParaRPr lang="en-AU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35D268-DC0A-9C71-202D-DD84138FDCBA}"/>
              </a:ext>
            </a:extLst>
          </p:cNvPr>
          <p:cNvGrpSpPr/>
          <p:nvPr/>
        </p:nvGrpSpPr>
        <p:grpSpPr>
          <a:xfrm>
            <a:off x="4468089" y="1346231"/>
            <a:ext cx="315354" cy="736966"/>
            <a:chOff x="5303127" y="2535583"/>
            <a:chExt cx="344189" cy="762000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F231BCB-6700-8E06-AFE0-96092C186CB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A32AFE2-324A-25B1-0415-8790A8CF6A0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4F973E-4E86-FFB5-46C6-B0644DD3BF6A}"/>
              </a:ext>
            </a:extLst>
          </p:cNvPr>
          <p:cNvGrpSpPr/>
          <p:nvPr/>
        </p:nvGrpSpPr>
        <p:grpSpPr>
          <a:xfrm>
            <a:off x="2748664" y="1389807"/>
            <a:ext cx="410720" cy="654059"/>
            <a:chOff x="3123272" y="2785871"/>
            <a:chExt cx="448274" cy="67627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1B928ED-F94A-2DD9-C540-01647EE3764E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C60885E-BF74-B512-9836-104F12DD818B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2443FD3-644E-5D81-717F-D41393F59428}"/>
              </a:ext>
            </a:extLst>
          </p:cNvPr>
          <p:cNvSpPr txBox="1"/>
          <p:nvPr/>
        </p:nvSpPr>
        <p:spPr>
          <a:xfrm>
            <a:off x="2616172" y="3291520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5794979" y="941450"/>
            <a:ext cx="3280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58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1326402" y="1347232"/>
            <a:ext cx="315354" cy="736966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-628833" y="4109193"/>
            <a:ext cx="410720" cy="654059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681" y="1312125"/>
            <a:ext cx="736581" cy="807180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237964" y="619126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-199834" y="2159324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1330843" y="2159324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-270266" y="1279883"/>
            <a:ext cx="315354" cy="736966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9" name="Graphic 48" descr="Packing Box Open outline">
            <a:extLst>
              <a:ext uri="{FF2B5EF4-FFF2-40B4-BE49-F238E27FC236}">
                <a16:creationId xmlns:a16="http://schemas.microsoft.com/office/drawing/2014/main" id="{35C34F43-84E3-3D0B-B076-11D872B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" y="4138571"/>
            <a:ext cx="736581" cy="807180"/>
          </a:xfrm>
          <a:prstGeom prst="rect">
            <a:avLst/>
          </a:prstGeom>
        </p:spPr>
      </p:pic>
      <p:sp>
        <p:nvSpPr>
          <p:cNvPr id="50" name="Callout: Down Arrow 49">
            <a:extLst>
              <a:ext uri="{FF2B5EF4-FFF2-40B4-BE49-F238E27FC236}">
                <a16:creationId xmlns:a16="http://schemas.microsoft.com/office/drawing/2014/main" id="{C60BE003-8EB8-94A8-6238-2D5EAC8D1791}"/>
              </a:ext>
            </a:extLst>
          </p:cNvPr>
          <p:cNvSpPr/>
          <p:nvPr/>
        </p:nvSpPr>
        <p:spPr>
          <a:xfrm>
            <a:off x="-83021" y="351292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41D3D-0491-1867-0197-BB8E4D527069}"/>
              </a:ext>
            </a:extLst>
          </p:cNvPr>
          <p:cNvSpPr txBox="1"/>
          <p:nvPr/>
        </p:nvSpPr>
        <p:spPr>
          <a:xfrm>
            <a:off x="-520819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3A8FEF-A80D-4096-D74A-40495CCFDE79}"/>
              </a:ext>
            </a:extLst>
          </p:cNvPr>
          <p:cNvSpPr txBox="1"/>
          <p:nvPr/>
        </p:nvSpPr>
        <p:spPr>
          <a:xfrm>
            <a:off x="1009858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941838" y="4206836"/>
            <a:ext cx="410716" cy="654058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9" name="Graphic 58" descr="Packing Box Open outline">
            <a:extLst>
              <a:ext uri="{FF2B5EF4-FFF2-40B4-BE49-F238E27FC236}">
                <a16:creationId xmlns:a16="http://schemas.microsoft.com/office/drawing/2014/main" id="{156A18A1-3D3F-7C65-B15A-3F5D09DE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014" y="4321071"/>
            <a:ext cx="736581" cy="807180"/>
          </a:xfrm>
          <a:prstGeom prst="rect">
            <a:avLst/>
          </a:prstGeom>
        </p:spPr>
      </p:pic>
      <p:sp>
        <p:nvSpPr>
          <p:cNvPr id="60" name="Callout: Down Arrow 59">
            <a:extLst>
              <a:ext uri="{FF2B5EF4-FFF2-40B4-BE49-F238E27FC236}">
                <a16:creationId xmlns:a16="http://schemas.microsoft.com/office/drawing/2014/main" id="{F5070EDE-72EA-5522-8BE7-9D48E851D6CF}"/>
              </a:ext>
            </a:extLst>
          </p:cNvPr>
          <p:cNvSpPr/>
          <p:nvPr/>
        </p:nvSpPr>
        <p:spPr>
          <a:xfrm>
            <a:off x="3393761" y="357786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B26BDA-FDDF-892F-604D-D05E33237AC8}"/>
              </a:ext>
            </a:extLst>
          </p:cNvPr>
          <p:cNvSpPr txBox="1"/>
          <p:nvPr/>
        </p:nvSpPr>
        <p:spPr>
          <a:xfrm>
            <a:off x="2974500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72823-6238-C10A-61CE-8343DC10912D}"/>
              </a:ext>
            </a:extLst>
          </p:cNvPr>
          <p:cNvSpPr txBox="1"/>
          <p:nvPr/>
        </p:nvSpPr>
        <p:spPr>
          <a:xfrm>
            <a:off x="4614952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A8937B-C955-5411-C842-DBB2631CA68F}"/>
              </a:ext>
            </a:extLst>
          </p:cNvPr>
          <p:cNvGrpSpPr/>
          <p:nvPr/>
        </p:nvGrpSpPr>
        <p:grpSpPr>
          <a:xfrm>
            <a:off x="2904067" y="4288829"/>
            <a:ext cx="315354" cy="736966"/>
            <a:chOff x="5303127" y="2535583"/>
            <a:chExt cx="344189" cy="762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AF73579-A9EA-594F-296C-0935042342C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2C574C-A53F-8824-E8FF-E91EBE4E997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3DA639-24D5-57B0-9F29-CC9E7F685D60}"/>
              </a:ext>
            </a:extLst>
          </p:cNvPr>
          <p:cNvGrpSpPr/>
          <p:nvPr/>
        </p:nvGrpSpPr>
        <p:grpSpPr>
          <a:xfrm flipH="1">
            <a:off x="4437156" y="4321987"/>
            <a:ext cx="410716" cy="654058"/>
            <a:chOff x="3123276" y="2785871"/>
            <a:chExt cx="448270" cy="6762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9523A71-714B-3219-2F95-9BEA0DCD0504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EF8D18C-B773-9265-EB27-E20D83295B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69" name="Graphic 68" descr="Packing Box Open outline">
            <a:extLst>
              <a:ext uri="{FF2B5EF4-FFF2-40B4-BE49-F238E27FC236}">
                <a16:creationId xmlns:a16="http://schemas.microsoft.com/office/drawing/2014/main" id="{0DCD6566-9337-DA75-2270-2EFAFAF7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310" y="4337176"/>
            <a:ext cx="736581" cy="807180"/>
          </a:xfrm>
          <a:prstGeom prst="rect">
            <a:avLst/>
          </a:prstGeom>
        </p:spPr>
      </p:pic>
      <p:sp>
        <p:nvSpPr>
          <p:cNvPr id="70" name="Callout: Down Arrow 69">
            <a:extLst>
              <a:ext uri="{FF2B5EF4-FFF2-40B4-BE49-F238E27FC236}">
                <a16:creationId xmlns:a16="http://schemas.microsoft.com/office/drawing/2014/main" id="{52514AE0-325C-535C-9D6F-43FFE4F17D5A}"/>
              </a:ext>
            </a:extLst>
          </p:cNvPr>
          <p:cNvSpPr/>
          <p:nvPr/>
        </p:nvSpPr>
        <p:spPr>
          <a:xfrm>
            <a:off x="6204593" y="36441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9CF699-EF99-41AD-03C1-CD8AE5A7ADAA}"/>
              </a:ext>
            </a:extLst>
          </p:cNvPr>
          <p:cNvSpPr txBox="1"/>
          <p:nvPr/>
        </p:nvSpPr>
        <p:spPr>
          <a:xfrm>
            <a:off x="5766796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621DF9-6EFF-9FAD-43F9-E800E6C026C4}"/>
              </a:ext>
            </a:extLst>
          </p:cNvPr>
          <p:cNvSpPr txBox="1"/>
          <p:nvPr/>
        </p:nvSpPr>
        <p:spPr>
          <a:xfrm>
            <a:off x="7420614" y="5132741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A071E5C-086E-9E71-B195-36FA8FA25E14}"/>
              </a:ext>
            </a:extLst>
          </p:cNvPr>
          <p:cNvGrpSpPr/>
          <p:nvPr/>
        </p:nvGrpSpPr>
        <p:grpSpPr>
          <a:xfrm>
            <a:off x="5696363" y="4304934"/>
            <a:ext cx="315354" cy="736966"/>
            <a:chOff x="5303127" y="2535583"/>
            <a:chExt cx="344189" cy="762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48F4B29-0A94-C96C-B78A-CC32D2304F1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B6FB9C-8C4C-2E8E-996B-399A4FEB4EEF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06DE9-5F5A-5B7C-D445-51DF125519A2}"/>
              </a:ext>
            </a:extLst>
          </p:cNvPr>
          <p:cNvGrpSpPr/>
          <p:nvPr/>
        </p:nvGrpSpPr>
        <p:grpSpPr>
          <a:xfrm flipH="1">
            <a:off x="7229452" y="4338092"/>
            <a:ext cx="410716" cy="654058"/>
            <a:chOff x="3123276" y="2785871"/>
            <a:chExt cx="448270" cy="67627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34D3459-D8FA-62CA-D53D-14F6B700476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A49365-62C3-88A9-0FCB-68E40634F263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79" name="Graphic 78" descr="Packing Box Open outline">
            <a:extLst>
              <a:ext uri="{FF2B5EF4-FFF2-40B4-BE49-F238E27FC236}">
                <a16:creationId xmlns:a16="http://schemas.microsoft.com/office/drawing/2014/main" id="{B3E324AF-50D2-8EFE-F48B-468B3EBE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762" y="1329178"/>
            <a:ext cx="736581" cy="807180"/>
          </a:xfrm>
          <a:prstGeom prst="rect">
            <a:avLst/>
          </a:prstGeom>
        </p:spPr>
      </p:pic>
      <p:sp>
        <p:nvSpPr>
          <p:cNvPr id="80" name="Callout: Down Arrow 79">
            <a:extLst>
              <a:ext uri="{FF2B5EF4-FFF2-40B4-BE49-F238E27FC236}">
                <a16:creationId xmlns:a16="http://schemas.microsoft.com/office/drawing/2014/main" id="{717214F2-E70E-2BDD-B7E3-DD9F625EABAF}"/>
              </a:ext>
            </a:extLst>
          </p:cNvPr>
          <p:cNvSpPr/>
          <p:nvPr/>
        </p:nvSpPr>
        <p:spPr>
          <a:xfrm>
            <a:off x="3282045" y="636179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9CD92-EFA8-9BDB-3938-6660ADBEAFE0}"/>
              </a:ext>
            </a:extLst>
          </p:cNvPr>
          <p:cNvSpPr txBox="1"/>
          <p:nvPr/>
        </p:nvSpPr>
        <p:spPr>
          <a:xfrm>
            <a:off x="2844248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9184BD-5210-8499-9402-7D6DDA5EFDA6}"/>
              </a:ext>
            </a:extLst>
          </p:cNvPr>
          <p:cNvSpPr txBox="1"/>
          <p:nvPr/>
        </p:nvSpPr>
        <p:spPr>
          <a:xfrm>
            <a:off x="4505175" y="213635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-909091" y="321695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615AEE-FE9A-B30D-4A6B-39317089C5E0}"/>
              </a:ext>
            </a:extLst>
          </p:cNvPr>
          <p:cNvSpPr txBox="1"/>
          <p:nvPr/>
        </p:nvSpPr>
        <p:spPr>
          <a:xfrm>
            <a:off x="2273727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2D52C2E-59DB-1E49-0307-301155612165}"/>
              </a:ext>
            </a:extLst>
          </p:cNvPr>
          <p:cNvSpPr txBox="1"/>
          <p:nvPr/>
        </p:nvSpPr>
        <p:spPr>
          <a:xfrm>
            <a:off x="-828615" y="3245353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66ADC0-9346-1F82-ABAC-1DD4F940521E}"/>
              </a:ext>
            </a:extLst>
          </p:cNvPr>
          <p:cNvSpPr txBox="1"/>
          <p:nvPr/>
        </p:nvSpPr>
        <p:spPr>
          <a:xfrm>
            <a:off x="5720436" y="3291521"/>
            <a:ext cx="61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</a:p>
          <a:p>
            <a:endParaRPr lang="en-AU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35D268-DC0A-9C71-202D-DD84138FDCBA}"/>
              </a:ext>
            </a:extLst>
          </p:cNvPr>
          <p:cNvGrpSpPr/>
          <p:nvPr/>
        </p:nvGrpSpPr>
        <p:grpSpPr>
          <a:xfrm>
            <a:off x="4468089" y="1346231"/>
            <a:ext cx="315354" cy="736966"/>
            <a:chOff x="5303127" y="2535583"/>
            <a:chExt cx="344189" cy="762000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F231BCB-6700-8E06-AFE0-96092C186CB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A32AFE2-324A-25B1-0415-8790A8CF6A0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4F973E-4E86-FFB5-46C6-B0644DD3BF6A}"/>
              </a:ext>
            </a:extLst>
          </p:cNvPr>
          <p:cNvGrpSpPr/>
          <p:nvPr/>
        </p:nvGrpSpPr>
        <p:grpSpPr>
          <a:xfrm>
            <a:off x="2748664" y="1389807"/>
            <a:ext cx="410720" cy="654059"/>
            <a:chOff x="3123272" y="2785871"/>
            <a:chExt cx="448274" cy="67627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1B928ED-F94A-2DD9-C540-01647EE3764E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C60885E-BF74-B512-9836-104F12DD818B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2443FD3-644E-5D81-717F-D41393F59428}"/>
              </a:ext>
            </a:extLst>
          </p:cNvPr>
          <p:cNvSpPr txBox="1"/>
          <p:nvPr/>
        </p:nvSpPr>
        <p:spPr>
          <a:xfrm>
            <a:off x="2616172" y="3291520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5793695" y="927719"/>
            <a:ext cx="3280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</a:t>
            </a:r>
          </a:p>
          <a:p>
            <a:endParaRPr lang="en-A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59605C-0F12-9F63-92E4-DEEB8B4D6204}"/>
              </a:ext>
            </a:extLst>
          </p:cNvPr>
          <p:cNvSpPr/>
          <p:nvPr/>
        </p:nvSpPr>
        <p:spPr>
          <a:xfrm>
            <a:off x="-263377" y="1119822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6AB190-C8AF-C856-4E5F-2BF0AA52EDBC}"/>
              </a:ext>
            </a:extLst>
          </p:cNvPr>
          <p:cNvSpPr/>
          <p:nvPr/>
        </p:nvSpPr>
        <p:spPr>
          <a:xfrm>
            <a:off x="893413" y="116871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48AFFB-CCA5-72CB-5D51-ED7162673A01}"/>
              </a:ext>
            </a:extLst>
          </p:cNvPr>
          <p:cNvSpPr/>
          <p:nvPr/>
        </p:nvSpPr>
        <p:spPr>
          <a:xfrm>
            <a:off x="2851061" y="116641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0D4E24-7EEB-5C7E-7F1E-F9683A99BDDB}"/>
              </a:ext>
            </a:extLst>
          </p:cNvPr>
          <p:cNvSpPr/>
          <p:nvPr/>
        </p:nvSpPr>
        <p:spPr>
          <a:xfrm>
            <a:off x="4007851" y="121531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24F956-AFA3-9F80-527C-B8F36D1FBA14}"/>
              </a:ext>
            </a:extLst>
          </p:cNvPr>
          <p:cNvSpPr/>
          <p:nvPr/>
        </p:nvSpPr>
        <p:spPr>
          <a:xfrm>
            <a:off x="-540621" y="394197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2016CD-3870-5AB0-114E-B122FED8EF4D}"/>
              </a:ext>
            </a:extLst>
          </p:cNvPr>
          <p:cNvSpPr/>
          <p:nvPr/>
        </p:nvSpPr>
        <p:spPr>
          <a:xfrm>
            <a:off x="-79296" y="3273661"/>
            <a:ext cx="1060546" cy="67060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CBEC45-5321-6FF1-E7F4-D2C9B455AE39}"/>
              </a:ext>
            </a:extLst>
          </p:cNvPr>
          <p:cNvSpPr/>
          <p:nvPr/>
        </p:nvSpPr>
        <p:spPr>
          <a:xfrm>
            <a:off x="616169" y="3990864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CF7491-B787-241E-7BE3-7CD4B76F2B5D}"/>
              </a:ext>
            </a:extLst>
          </p:cNvPr>
          <p:cNvSpPr/>
          <p:nvPr/>
        </p:nvSpPr>
        <p:spPr>
          <a:xfrm>
            <a:off x="2925931" y="4108647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AF9978-5B9E-097F-B32E-1A5C0EB718B2}"/>
              </a:ext>
            </a:extLst>
          </p:cNvPr>
          <p:cNvSpPr/>
          <p:nvPr/>
        </p:nvSpPr>
        <p:spPr>
          <a:xfrm>
            <a:off x="3387256" y="3440338"/>
            <a:ext cx="1060546" cy="67060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DED3FF-CCBE-20B4-E51D-5FAFD9B4601F}"/>
              </a:ext>
            </a:extLst>
          </p:cNvPr>
          <p:cNvSpPr/>
          <p:nvPr/>
        </p:nvSpPr>
        <p:spPr>
          <a:xfrm>
            <a:off x="4082721" y="4157541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3660D1-8461-51F1-E750-484A1DB70A61}"/>
              </a:ext>
            </a:extLst>
          </p:cNvPr>
          <p:cNvSpPr/>
          <p:nvPr/>
        </p:nvSpPr>
        <p:spPr>
          <a:xfrm>
            <a:off x="5690533" y="415243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1FC15B-5F9A-5794-AFEE-0DCF328D2563}"/>
              </a:ext>
            </a:extLst>
          </p:cNvPr>
          <p:cNvSpPr/>
          <p:nvPr/>
        </p:nvSpPr>
        <p:spPr>
          <a:xfrm>
            <a:off x="6151858" y="3484127"/>
            <a:ext cx="1060546" cy="67060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26878-327B-5151-78A3-EDF21FF081E3}"/>
              </a:ext>
            </a:extLst>
          </p:cNvPr>
          <p:cNvSpPr/>
          <p:nvPr/>
        </p:nvSpPr>
        <p:spPr>
          <a:xfrm>
            <a:off x="6847323" y="420133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71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1326402" y="1347232"/>
            <a:ext cx="315354" cy="736966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-628833" y="4109193"/>
            <a:ext cx="410720" cy="654059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681" y="1312125"/>
            <a:ext cx="736581" cy="807180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237964" y="619126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-199834" y="2159324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1330843" y="2159324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-270266" y="1279883"/>
            <a:ext cx="315354" cy="736966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9" name="Graphic 48" descr="Packing Box Open outline">
            <a:extLst>
              <a:ext uri="{FF2B5EF4-FFF2-40B4-BE49-F238E27FC236}">
                <a16:creationId xmlns:a16="http://schemas.microsoft.com/office/drawing/2014/main" id="{35C34F43-84E3-3D0B-B076-11D872B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" y="4138571"/>
            <a:ext cx="736581" cy="807180"/>
          </a:xfrm>
          <a:prstGeom prst="rect">
            <a:avLst/>
          </a:prstGeom>
        </p:spPr>
      </p:pic>
      <p:sp>
        <p:nvSpPr>
          <p:cNvPr id="50" name="Callout: Down Arrow 49">
            <a:extLst>
              <a:ext uri="{FF2B5EF4-FFF2-40B4-BE49-F238E27FC236}">
                <a16:creationId xmlns:a16="http://schemas.microsoft.com/office/drawing/2014/main" id="{C60BE003-8EB8-94A8-6238-2D5EAC8D1791}"/>
              </a:ext>
            </a:extLst>
          </p:cNvPr>
          <p:cNvSpPr/>
          <p:nvPr/>
        </p:nvSpPr>
        <p:spPr>
          <a:xfrm>
            <a:off x="-83021" y="351292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41D3D-0491-1867-0197-BB8E4D527069}"/>
              </a:ext>
            </a:extLst>
          </p:cNvPr>
          <p:cNvSpPr txBox="1"/>
          <p:nvPr/>
        </p:nvSpPr>
        <p:spPr>
          <a:xfrm>
            <a:off x="-520819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3A8FEF-A80D-4096-D74A-40495CCFDE79}"/>
              </a:ext>
            </a:extLst>
          </p:cNvPr>
          <p:cNvSpPr txBox="1"/>
          <p:nvPr/>
        </p:nvSpPr>
        <p:spPr>
          <a:xfrm>
            <a:off x="1009858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941838" y="4206836"/>
            <a:ext cx="410716" cy="654058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9" name="Graphic 58" descr="Packing Box Open outline">
            <a:extLst>
              <a:ext uri="{FF2B5EF4-FFF2-40B4-BE49-F238E27FC236}">
                <a16:creationId xmlns:a16="http://schemas.microsoft.com/office/drawing/2014/main" id="{156A18A1-3D3F-7C65-B15A-3F5D09DE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014" y="4321071"/>
            <a:ext cx="736581" cy="807180"/>
          </a:xfrm>
          <a:prstGeom prst="rect">
            <a:avLst/>
          </a:prstGeom>
        </p:spPr>
      </p:pic>
      <p:sp>
        <p:nvSpPr>
          <p:cNvPr id="60" name="Callout: Down Arrow 59">
            <a:extLst>
              <a:ext uri="{FF2B5EF4-FFF2-40B4-BE49-F238E27FC236}">
                <a16:creationId xmlns:a16="http://schemas.microsoft.com/office/drawing/2014/main" id="{F5070EDE-72EA-5522-8BE7-9D48E851D6CF}"/>
              </a:ext>
            </a:extLst>
          </p:cNvPr>
          <p:cNvSpPr/>
          <p:nvPr/>
        </p:nvSpPr>
        <p:spPr>
          <a:xfrm>
            <a:off x="3393761" y="357786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B26BDA-FDDF-892F-604D-D05E33237AC8}"/>
              </a:ext>
            </a:extLst>
          </p:cNvPr>
          <p:cNvSpPr txBox="1"/>
          <p:nvPr/>
        </p:nvSpPr>
        <p:spPr>
          <a:xfrm>
            <a:off x="2974500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72823-6238-C10A-61CE-8343DC10912D}"/>
              </a:ext>
            </a:extLst>
          </p:cNvPr>
          <p:cNvSpPr txBox="1"/>
          <p:nvPr/>
        </p:nvSpPr>
        <p:spPr>
          <a:xfrm>
            <a:off x="4614952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A8937B-C955-5411-C842-DBB2631CA68F}"/>
              </a:ext>
            </a:extLst>
          </p:cNvPr>
          <p:cNvGrpSpPr/>
          <p:nvPr/>
        </p:nvGrpSpPr>
        <p:grpSpPr>
          <a:xfrm>
            <a:off x="2904067" y="4288829"/>
            <a:ext cx="315354" cy="736966"/>
            <a:chOff x="5303127" y="2535583"/>
            <a:chExt cx="344189" cy="762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AF73579-A9EA-594F-296C-0935042342C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2C574C-A53F-8824-E8FF-E91EBE4E997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3DA639-24D5-57B0-9F29-CC9E7F685D60}"/>
              </a:ext>
            </a:extLst>
          </p:cNvPr>
          <p:cNvGrpSpPr/>
          <p:nvPr/>
        </p:nvGrpSpPr>
        <p:grpSpPr>
          <a:xfrm flipH="1">
            <a:off x="4437156" y="4321987"/>
            <a:ext cx="410716" cy="654058"/>
            <a:chOff x="3123276" y="2785871"/>
            <a:chExt cx="448270" cy="6762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9523A71-714B-3219-2F95-9BEA0DCD0504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EF8D18C-B773-9265-EB27-E20D83295B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69" name="Graphic 68" descr="Packing Box Open outline">
            <a:extLst>
              <a:ext uri="{FF2B5EF4-FFF2-40B4-BE49-F238E27FC236}">
                <a16:creationId xmlns:a16="http://schemas.microsoft.com/office/drawing/2014/main" id="{0DCD6566-9337-DA75-2270-2EFAFAF7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310" y="4337176"/>
            <a:ext cx="736581" cy="807180"/>
          </a:xfrm>
          <a:prstGeom prst="rect">
            <a:avLst/>
          </a:prstGeom>
        </p:spPr>
      </p:pic>
      <p:sp>
        <p:nvSpPr>
          <p:cNvPr id="70" name="Callout: Down Arrow 69">
            <a:extLst>
              <a:ext uri="{FF2B5EF4-FFF2-40B4-BE49-F238E27FC236}">
                <a16:creationId xmlns:a16="http://schemas.microsoft.com/office/drawing/2014/main" id="{52514AE0-325C-535C-9D6F-43FFE4F17D5A}"/>
              </a:ext>
            </a:extLst>
          </p:cNvPr>
          <p:cNvSpPr/>
          <p:nvPr/>
        </p:nvSpPr>
        <p:spPr>
          <a:xfrm>
            <a:off x="6204593" y="36441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9CF699-EF99-41AD-03C1-CD8AE5A7ADAA}"/>
              </a:ext>
            </a:extLst>
          </p:cNvPr>
          <p:cNvSpPr txBox="1"/>
          <p:nvPr/>
        </p:nvSpPr>
        <p:spPr>
          <a:xfrm>
            <a:off x="5766796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621DF9-6EFF-9FAD-43F9-E800E6C026C4}"/>
              </a:ext>
            </a:extLst>
          </p:cNvPr>
          <p:cNvSpPr txBox="1"/>
          <p:nvPr/>
        </p:nvSpPr>
        <p:spPr>
          <a:xfrm>
            <a:off x="7420614" y="5132741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A071E5C-086E-9E71-B195-36FA8FA25E14}"/>
              </a:ext>
            </a:extLst>
          </p:cNvPr>
          <p:cNvGrpSpPr/>
          <p:nvPr/>
        </p:nvGrpSpPr>
        <p:grpSpPr>
          <a:xfrm>
            <a:off x="5696363" y="4304934"/>
            <a:ext cx="315354" cy="736966"/>
            <a:chOff x="5303127" y="2535583"/>
            <a:chExt cx="344189" cy="762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48F4B29-0A94-C96C-B78A-CC32D2304F1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B6FB9C-8C4C-2E8E-996B-399A4FEB4EEF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06DE9-5F5A-5B7C-D445-51DF125519A2}"/>
              </a:ext>
            </a:extLst>
          </p:cNvPr>
          <p:cNvGrpSpPr/>
          <p:nvPr/>
        </p:nvGrpSpPr>
        <p:grpSpPr>
          <a:xfrm flipH="1">
            <a:off x="7229452" y="4338092"/>
            <a:ext cx="410716" cy="654058"/>
            <a:chOff x="3123276" y="2785871"/>
            <a:chExt cx="448270" cy="67627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34D3459-D8FA-62CA-D53D-14F6B700476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A49365-62C3-88A9-0FCB-68E40634F263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79" name="Graphic 78" descr="Packing Box Open outline">
            <a:extLst>
              <a:ext uri="{FF2B5EF4-FFF2-40B4-BE49-F238E27FC236}">
                <a16:creationId xmlns:a16="http://schemas.microsoft.com/office/drawing/2014/main" id="{B3E324AF-50D2-8EFE-F48B-468B3EBE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762" y="1329178"/>
            <a:ext cx="736581" cy="807180"/>
          </a:xfrm>
          <a:prstGeom prst="rect">
            <a:avLst/>
          </a:prstGeom>
        </p:spPr>
      </p:pic>
      <p:sp>
        <p:nvSpPr>
          <p:cNvPr id="80" name="Callout: Down Arrow 79">
            <a:extLst>
              <a:ext uri="{FF2B5EF4-FFF2-40B4-BE49-F238E27FC236}">
                <a16:creationId xmlns:a16="http://schemas.microsoft.com/office/drawing/2014/main" id="{717214F2-E70E-2BDD-B7E3-DD9F625EABAF}"/>
              </a:ext>
            </a:extLst>
          </p:cNvPr>
          <p:cNvSpPr/>
          <p:nvPr/>
        </p:nvSpPr>
        <p:spPr>
          <a:xfrm>
            <a:off x="3282045" y="636179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9CD92-EFA8-9BDB-3938-6660ADBEAFE0}"/>
              </a:ext>
            </a:extLst>
          </p:cNvPr>
          <p:cNvSpPr txBox="1"/>
          <p:nvPr/>
        </p:nvSpPr>
        <p:spPr>
          <a:xfrm>
            <a:off x="2844248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9184BD-5210-8499-9402-7D6DDA5EFDA6}"/>
              </a:ext>
            </a:extLst>
          </p:cNvPr>
          <p:cNvSpPr txBox="1"/>
          <p:nvPr/>
        </p:nvSpPr>
        <p:spPr>
          <a:xfrm>
            <a:off x="4505175" y="213635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-909091" y="321695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615AEE-FE9A-B30D-4A6B-39317089C5E0}"/>
              </a:ext>
            </a:extLst>
          </p:cNvPr>
          <p:cNvSpPr txBox="1"/>
          <p:nvPr/>
        </p:nvSpPr>
        <p:spPr>
          <a:xfrm>
            <a:off x="2273727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2D52C2E-59DB-1E49-0307-301155612165}"/>
              </a:ext>
            </a:extLst>
          </p:cNvPr>
          <p:cNvSpPr txBox="1"/>
          <p:nvPr/>
        </p:nvSpPr>
        <p:spPr>
          <a:xfrm>
            <a:off x="-828615" y="3245353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66ADC0-9346-1F82-ABAC-1DD4F940521E}"/>
              </a:ext>
            </a:extLst>
          </p:cNvPr>
          <p:cNvSpPr txBox="1"/>
          <p:nvPr/>
        </p:nvSpPr>
        <p:spPr>
          <a:xfrm>
            <a:off x="5720436" y="3291521"/>
            <a:ext cx="61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</a:p>
          <a:p>
            <a:endParaRPr lang="en-AU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35D268-DC0A-9C71-202D-DD84138FDCBA}"/>
              </a:ext>
            </a:extLst>
          </p:cNvPr>
          <p:cNvGrpSpPr/>
          <p:nvPr/>
        </p:nvGrpSpPr>
        <p:grpSpPr>
          <a:xfrm>
            <a:off x="4468089" y="1346231"/>
            <a:ext cx="315354" cy="736966"/>
            <a:chOff x="5303127" y="2535583"/>
            <a:chExt cx="344189" cy="762000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F231BCB-6700-8E06-AFE0-96092C186CB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A32AFE2-324A-25B1-0415-8790A8CF6A0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4F973E-4E86-FFB5-46C6-B0644DD3BF6A}"/>
              </a:ext>
            </a:extLst>
          </p:cNvPr>
          <p:cNvGrpSpPr/>
          <p:nvPr/>
        </p:nvGrpSpPr>
        <p:grpSpPr>
          <a:xfrm>
            <a:off x="2748664" y="1389807"/>
            <a:ext cx="410720" cy="654059"/>
            <a:chOff x="3123272" y="2785871"/>
            <a:chExt cx="448274" cy="67627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1B928ED-F94A-2DD9-C540-01647EE3764E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C60885E-BF74-B512-9836-104F12DD818B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2443FD3-644E-5D81-717F-D41393F59428}"/>
              </a:ext>
            </a:extLst>
          </p:cNvPr>
          <p:cNvSpPr txBox="1"/>
          <p:nvPr/>
        </p:nvSpPr>
        <p:spPr>
          <a:xfrm>
            <a:off x="2616172" y="3291520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5794979" y="941450"/>
            <a:ext cx="3280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</a:t>
            </a:r>
          </a:p>
          <a:p>
            <a:endParaRPr lang="en-A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59605C-0F12-9F63-92E4-DEEB8B4D6204}"/>
              </a:ext>
            </a:extLst>
          </p:cNvPr>
          <p:cNvSpPr/>
          <p:nvPr/>
        </p:nvSpPr>
        <p:spPr>
          <a:xfrm>
            <a:off x="-263377" y="1119822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6AB190-C8AF-C856-4E5F-2BF0AA52EDBC}"/>
              </a:ext>
            </a:extLst>
          </p:cNvPr>
          <p:cNvSpPr/>
          <p:nvPr/>
        </p:nvSpPr>
        <p:spPr>
          <a:xfrm>
            <a:off x="893413" y="116871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48AFFB-CCA5-72CB-5D51-ED7162673A01}"/>
              </a:ext>
            </a:extLst>
          </p:cNvPr>
          <p:cNvSpPr/>
          <p:nvPr/>
        </p:nvSpPr>
        <p:spPr>
          <a:xfrm>
            <a:off x="2851061" y="116641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0D4E24-7EEB-5C7E-7F1E-F9683A99BDDB}"/>
              </a:ext>
            </a:extLst>
          </p:cNvPr>
          <p:cNvSpPr/>
          <p:nvPr/>
        </p:nvSpPr>
        <p:spPr>
          <a:xfrm>
            <a:off x="4007851" y="121531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24F956-AFA3-9F80-527C-B8F36D1FBA14}"/>
              </a:ext>
            </a:extLst>
          </p:cNvPr>
          <p:cNvSpPr/>
          <p:nvPr/>
        </p:nvSpPr>
        <p:spPr>
          <a:xfrm>
            <a:off x="-540621" y="394197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2016CD-3870-5AB0-114E-B122FED8EF4D}"/>
              </a:ext>
            </a:extLst>
          </p:cNvPr>
          <p:cNvSpPr/>
          <p:nvPr/>
        </p:nvSpPr>
        <p:spPr>
          <a:xfrm>
            <a:off x="-79296" y="3273661"/>
            <a:ext cx="1060546" cy="670609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CBEC45-5321-6FF1-E7F4-D2C9B455AE39}"/>
              </a:ext>
            </a:extLst>
          </p:cNvPr>
          <p:cNvSpPr/>
          <p:nvPr/>
        </p:nvSpPr>
        <p:spPr>
          <a:xfrm>
            <a:off x="616169" y="3990864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CF7491-B787-241E-7BE3-7CD4B76F2B5D}"/>
              </a:ext>
            </a:extLst>
          </p:cNvPr>
          <p:cNvSpPr/>
          <p:nvPr/>
        </p:nvSpPr>
        <p:spPr>
          <a:xfrm>
            <a:off x="2925931" y="4108647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DED3FF-CCBE-20B4-E51D-5FAFD9B4601F}"/>
              </a:ext>
            </a:extLst>
          </p:cNvPr>
          <p:cNvSpPr/>
          <p:nvPr/>
        </p:nvSpPr>
        <p:spPr>
          <a:xfrm>
            <a:off x="4082721" y="4157541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3660D1-8461-51F1-E750-484A1DB70A61}"/>
              </a:ext>
            </a:extLst>
          </p:cNvPr>
          <p:cNvSpPr/>
          <p:nvPr/>
        </p:nvSpPr>
        <p:spPr>
          <a:xfrm>
            <a:off x="5690533" y="415243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26878-327B-5151-78A3-EDF21FF081E3}"/>
              </a:ext>
            </a:extLst>
          </p:cNvPr>
          <p:cNvSpPr/>
          <p:nvPr/>
        </p:nvSpPr>
        <p:spPr>
          <a:xfrm>
            <a:off x="6847323" y="420133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9B564031-AD6C-0E8B-65C3-0FDACD93C6C6}"/>
              </a:ext>
            </a:extLst>
          </p:cNvPr>
          <p:cNvCxnSpPr>
            <a:stCxn id="72" idx="2"/>
            <a:endCxn id="15" idx="4"/>
          </p:cNvCxnSpPr>
          <p:nvPr/>
        </p:nvCxnSpPr>
        <p:spPr>
          <a:xfrm rot="5400000" flipH="1">
            <a:off x="3190049" y="1161729"/>
            <a:ext cx="970529" cy="7710156"/>
          </a:xfrm>
          <a:prstGeom prst="curvedConnector3">
            <a:avLst>
              <a:gd name="adj1" fmla="val -2355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B6A09BE-6B20-42D9-6CA5-9A6A7C9DA258}"/>
              </a:ext>
            </a:extLst>
          </p:cNvPr>
          <p:cNvCxnSpPr>
            <a:stCxn id="15" idx="1"/>
            <a:endCxn id="17" idx="2"/>
          </p:cNvCxnSpPr>
          <p:nvPr/>
        </p:nvCxnSpPr>
        <p:spPr>
          <a:xfrm rot="5400000" flipH="1" flipV="1">
            <a:off x="-466785" y="3640823"/>
            <a:ext cx="419345" cy="355633"/>
          </a:xfrm>
          <a:prstGeom prst="curvedConnector2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55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1366259" y="1292383"/>
            <a:ext cx="315354" cy="736966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-628833" y="4109193"/>
            <a:ext cx="410720" cy="654059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538" y="1257276"/>
            <a:ext cx="736581" cy="807180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277821" y="5642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Unknown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-159977" y="21044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1370700" y="21044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-230409" y="1225034"/>
            <a:ext cx="315354" cy="736966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9" name="Graphic 48" descr="Packing Box Open outline">
            <a:extLst>
              <a:ext uri="{FF2B5EF4-FFF2-40B4-BE49-F238E27FC236}">
                <a16:creationId xmlns:a16="http://schemas.microsoft.com/office/drawing/2014/main" id="{35C34F43-84E3-3D0B-B076-11D872B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" y="4138571"/>
            <a:ext cx="736581" cy="807180"/>
          </a:xfrm>
          <a:prstGeom prst="rect">
            <a:avLst/>
          </a:prstGeom>
        </p:spPr>
      </p:pic>
      <p:sp>
        <p:nvSpPr>
          <p:cNvPr id="50" name="Callout: Down Arrow 49">
            <a:extLst>
              <a:ext uri="{FF2B5EF4-FFF2-40B4-BE49-F238E27FC236}">
                <a16:creationId xmlns:a16="http://schemas.microsoft.com/office/drawing/2014/main" id="{C60BE003-8EB8-94A8-6238-2D5EAC8D1791}"/>
              </a:ext>
            </a:extLst>
          </p:cNvPr>
          <p:cNvSpPr/>
          <p:nvPr/>
        </p:nvSpPr>
        <p:spPr>
          <a:xfrm>
            <a:off x="-83021" y="351292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41D3D-0491-1867-0197-BB8E4D527069}"/>
              </a:ext>
            </a:extLst>
          </p:cNvPr>
          <p:cNvSpPr txBox="1"/>
          <p:nvPr/>
        </p:nvSpPr>
        <p:spPr>
          <a:xfrm>
            <a:off x="-520819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3A8FEF-A80D-4096-D74A-40495CCFDE79}"/>
              </a:ext>
            </a:extLst>
          </p:cNvPr>
          <p:cNvSpPr txBox="1"/>
          <p:nvPr/>
        </p:nvSpPr>
        <p:spPr>
          <a:xfrm>
            <a:off x="1009858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941838" y="4206836"/>
            <a:ext cx="410716" cy="654058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9" name="Graphic 58" descr="Packing Box Open outline">
            <a:extLst>
              <a:ext uri="{FF2B5EF4-FFF2-40B4-BE49-F238E27FC236}">
                <a16:creationId xmlns:a16="http://schemas.microsoft.com/office/drawing/2014/main" id="{156A18A1-3D3F-7C65-B15A-3F5D09DE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014" y="4321071"/>
            <a:ext cx="736581" cy="807180"/>
          </a:xfrm>
          <a:prstGeom prst="rect">
            <a:avLst/>
          </a:prstGeom>
        </p:spPr>
      </p:pic>
      <p:sp>
        <p:nvSpPr>
          <p:cNvPr id="60" name="Callout: Down Arrow 59">
            <a:extLst>
              <a:ext uri="{FF2B5EF4-FFF2-40B4-BE49-F238E27FC236}">
                <a16:creationId xmlns:a16="http://schemas.microsoft.com/office/drawing/2014/main" id="{F5070EDE-72EA-5522-8BE7-9D48E851D6CF}"/>
              </a:ext>
            </a:extLst>
          </p:cNvPr>
          <p:cNvSpPr/>
          <p:nvPr/>
        </p:nvSpPr>
        <p:spPr>
          <a:xfrm>
            <a:off x="3393761" y="357786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B26BDA-FDDF-892F-604D-D05E33237AC8}"/>
              </a:ext>
            </a:extLst>
          </p:cNvPr>
          <p:cNvSpPr txBox="1"/>
          <p:nvPr/>
        </p:nvSpPr>
        <p:spPr>
          <a:xfrm>
            <a:off x="2974500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72823-6238-C10A-61CE-8343DC10912D}"/>
              </a:ext>
            </a:extLst>
          </p:cNvPr>
          <p:cNvSpPr txBox="1"/>
          <p:nvPr/>
        </p:nvSpPr>
        <p:spPr>
          <a:xfrm>
            <a:off x="4505176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A8937B-C955-5411-C842-DBB2631CA68F}"/>
              </a:ext>
            </a:extLst>
          </p:cNvPr>
          <p:cNvGrpSpPr/>
          <p:nvPr/>
        </p:nvGrpSpPr>
        <p:grpSpPr>
          <a:xfrm>
            <a:off x="2904067" y="4288829"/>
            <a:ext cx="315354" cy="736966"/>
            <a:chOff x="5303127" y="2535583"/>
            <a:chExt cx="344189" cy="762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AF73579-A9EA-594F-296C-0935042342C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2C574C-A53F-8824-E8FF-E91EBE4E997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3DA639-24D5-57B0-9F29-CC9E7F685D60}"/>
              </a:ext>
            </a:extLst>
          </p:cNvPr>
          <p:cNvGrpSpPr/>
          <p:nvPr/>
        </p:nvGrpSpPr>
        <p:grpSpPr>
          <a:xfrm flipH="1">
            <a:off x="4437156" y="4321987"/>
            <a:ext cx="410716" cy="654058"/>
            <a:chOff x="3123276" y="2785871"/>
            <a:chExt cx="448270" cy="6762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9523A71-714B-3219-2F95-9BEA0DCD0504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EF8D18C-B773-9265-EB27-E20D83295B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69" name="Graphic 68" descr="Packing Box Open outline">
            <a:extLst>
              <a:ext uri="{FF2B5EF4-FFF2-40B4-BE49-F238E27FC236}">
                <a16:creationId xmlns:a16="http://schemas.microsoft.com/office/drawing/2014/main" id="{0DCD6566-9337-DA75-2270-2EFAFAF7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310" y="4337176"/>
            <a:ext cx="736581" cy="807180"/>
          </a:xfrm>
          <a:prstGeom prst="rect">
            <a:avLst/>
          </a:prstGeom>
        </p:spPr>
      </p:pic>
      <p:sp>
        <p:nvSpPr>
          <p:cNvPr id="70" name="Callout: Down Arrow 69">
            <a:extLst>
              <a:ext uri="{FF2B5EF4-FFF2-40B4-BE49-F238E27FC236}">
                <a16:creationId xmlns:a16="http://schemas.microsoft.com/office/drawing/2014/main" id="{52514AE0-325C-535C-9D6F-43FFE4F17D5A}"/>
              </a:ext>
            </a:extLst>
          </p:cNvPr>
          <p:cNvSpPr/>
          <p:nvPr/>
        </p:nvSpPr>
        <p:spPr>
          <a:xfrm>
            <a:off x="6204593" y="36441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9CF699-EF99-41AD-03C1-CD8AE5A7ADAA}"/>
              </a:ext>
            </a:extLst>
          </p:cNvPr>
          <p:cNvSpPr txBox="1"/>
          <p:nvPr/>
        </p:nvSpPr>
        <p:spPr>
          <a:xfrm>
            <a:off x="5766796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621DF9-6EFF-9FAD-43F9-E800E6C026C4}"/>
              </a:ext>
            </a:extLst>
          </p:cNvPr>
          <p:cNvSpPr txBox="1"/>
          <p:nvPr/>
        </p:nvSpPr>
        <p:spPr>
          <a:xfrm>
            <a:off x="7297472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A071E5C-086E-9E71-B195-36FA8FA25E14}"/>
              </a:ext>
            </a:extLst>
          </p:cNvPr>
          <p:cNvGrpSpPr/>
          <p:nvPr/>
        </p:nvGrpSpPr>
        <p:grpSpPr>
          <a:xfrm>
            <a:off x="5696363" y="4304934"/>
            <a:ext cx="315354" cy="736966"/>
            <a:chOff x="5303127" y="2535583"/>
            <a:chExt cx="344189" cy="762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48F4B29-0A94-C96C-B78A-CC32D2304F1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B6FB9C-8C4C-2E8E-996B-399A4FEB4EEF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06DE9-5F5A-5B7C-D445-51DF125519A2}"/>
              </a:ext>
            </a:extLst>
          </p:cNvPr>
          <p:cNvGrpSpPr/>
          <p:nvPr/>
        </p:nvGrpSpPr>
        <p:grpSpPr>
          <a:xfrm flipH="1">
            <a:off x="7229452" y="4338092"/>
            <a:ext cx="410716" cy="654058"/>
            <a:chOff x="3123276" y="2785871"/>
            <a:chExt cx="448270" cy="67627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34D3459-D8FA-62CA-D53D-14F6B700476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A49365-62C3-88A9-0FCB-68E40634F263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79" name="Graphic 78" descr="Packing Box Open outline">
            <a:extLst>
              <a:ext uri="{FF2B5EF4-FFF2-40B4-BE49-F238E27FC236}">
                <a16:creationId xmlns:a16="http://schemas.microsoft.com/office/drawing/2014/main" id="{B3E324AF-50D2-8EFE-F48B-468B3EBE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762" y="1329178"/>
            <a:ext cx="736581" cy="807180"/>
          </a:xfrm>
          <a:prstGeom prst="rect">
            <a:avLst/>
          </a:prstGeom>
        </p:spPr>
      </p:pic>
      <p:sp>
        <p:nvSpPr>
          <p:cNvPr id="80" name="Callout: Down Arrow 79">
            <a:extLst>
              <a:ext uri="{FF2B5EF4-FFF2-40B4-BE49-F238E27FC236}">
                <a16:creationId xmlns:a16="http://schemas.microsoft.com/office/drawing/2014/main" id="{717214F2-E70E-2BDD-B7E3-DD9F625EABAF}"/>
              </a:ext>
            </a:extLst>
          </p:cNvPr>
          <p:cNvSpPr/>
          <p:nvPr/>
        </p:nvSpPr>
        <p:spPr>
          <a:xfrm>
            <a:off x="3282045" y="636179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Unknown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9CD92-EFA8-9BDB-3938-6660ADBEAFE0}"/>
              </a:ext>
            </a:extLst>
          </p:cNvPr>
          <p:cNvSpPr txBox="1"/>
          <p:nvPr/>
        </p:nvSpPr>
        <p:spPr>
          <a:xfrm>
            <a:off x="2844248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9184BD-5210-8499-9402-7D6DDA5EFDA6}"/>
              </a:ext>
            </a:extLst>
          </p:cNvPr>
          <p:cNvSpPr txBox="1"/>
          <p:nvPr/>
        </p:nvSpPr>
        <p:spPr>
          <a:xfrm>
            <a:off x="4374924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-869234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615AEE-FE9A-B30D-4A6B-39317089C5E0}"/>
              </a:ext>
            </a:extLst>
          </p:cNvPr>
          <p:cNvSpPr txBox="1"/>
          <p:nvPr/>
        </p:nvSpPr>
        <p:spPr>
          <a:xfrm>
            <a:off x="2273727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2D52C2E-59DB-1E49-0307-301155612165}"/>
              </a:ext>
            </a:extLst>
          </p:cNvPr>
          <p:cNvSpPr txBox="1"/>
          <p:nvPr/>
        </p:nvSpPr>
        <p:spPr>
          <a:xfrm>
            <a:off x="-828615" y="3245353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66ADC0-9346-1F82-ABAC-1DD4F940521E}"/>
              </a:ext>
            </a:extLst>
          </p:cNvPr>
          <p:cNvSpPr txBox="1"/>
          <p:nvPr/>
        </p:nvSpPr>
        <p:spPr>
          <a:xfrm>
            <a:off x="5720436" y="3291521"/>
            <a:ext cx="61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</a:p>
          <a:p>
            <a:endParaRPr lang="en-AU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35D268-DC0A-9C71-202D-DD84138FDCBA}"/>
              </a:ext>
            </a:extLst>
          </p:cNvPr>
          <p:cNvGrpSpPr/>
          <p:nvPr/>
        </p:nvGrpSpPr>
        <p:grpSpPr>
          <a:xfrm>
            <a:off x="4468089" y="1346231"/>
            <a:ext cx="315354" cy="736966"/>
            <a:chOff x="5303127" y="2535583"/>
            <a:chExt cx="344189" cy="762000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F231BCB-6700-8E06-AFE0-96092C186CB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A32AFE2-324A-25B1-0415-8790A8CF6A0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4F973E-4E86-FFB5-46C6-B0644DD3BF6A}"/>
              </a:ext>
            </a:extLst>
          </p:cNvPr>
          <p:cNvGrpSpPr/>
          <p:nvPr/>
        </p:nvGrpSpPr>
        <p:grpSpPr>
          <a:xfrm>
            <a:off x="2748664" y="1389807"/>
            <a:ext cx="410720" cy="654059"/>
            <a:chOff x="3123272" y="2785871"/>
            <a:chExt cx="448274" cy="67627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1B928ED-F94A-2DD9-C540-01647EE3764E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C60885E-BF74-B512-9836-104F12DD818B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2443FD3-644E-5D81-717F-D41393F59428}"/>
              </a:ext>
            </a:extLst>
          </p:cNvPr>
          <p:cNvSpPr txBox="1"/>
          <p:nvPr/>
        </p:nvSpPr>
        <p:spPr>
          <a:xfrm>
            <a:off x="2616172" y="3291520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5794979" y="941450"/>
            <a:ext cx="3280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929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E18F246-E496-C539-2FB2-8C3BE81ED990}"/>
              </a:ext>
            </a:extLst>
          </p:cNvPr>
          <p:cNvGrpSpPr/>
          <p:nvPr/>
        </p:nvGrpSpPr>
        <p:grpSpPr>
          <a:xfrm>
            <a:off x="909514" y="4161868"/>
            <a:ext cx="315354" cy="736966"/>
            <a:chOff x="5303127" y="2535583"/>
            <a:chExt cx="344189" cy="762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C39A96-076A-33BC-1196-1BA428A2623A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27201B7-9398-B62A-4135-3F148266946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40E03F-2C3D-3C45-CE5D-3A0B68CCA756}"/>
              </a:ext>
            </a:extLst>
          </p:cNvPr>
          <p:cNvGrpSpPr/>
          <p:nvPr/>
        </p:nvGrpSpPr>
        <p:grpSpPr>
          <a:xfrm>
            <a:off x="-563033" y="4148925"/>
            <a:ext cx="315354" cy="736966"/>
            <a:chOff x="5303127" y="2535583"/>
            <a:chExt cx="344189" cy="762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849C59-DE01-3A9D-BE17-1C9CEB74BF4D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0D33204-D672-6641-DB4A-C39B73E9F167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744914" y="1284504"/>
            <a:ext cx="315354" cy="736966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1808" y="1249397"/>
            <a:ext cx="736581" cy="807180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-343524" y="556398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-781322" y="2096596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749355" y="2096596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-851754" y="1217155"/>
            <a:ext cx="315354" cy="736966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9" name="Graphic 48" descr="Packing Box Open outline">
            <a:extLst>
              <a:ext uri="{FF2B5EF4-FFF2-40B4-BE49-F238E27FC236}">
                <a16:creationId xmlns:a16="http://schemas.microsoft.com/office/drawing/2014/main" id="{35C34F43-84E3-3D0B-B076-11D872BC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5" y="4138571"/>
            <a:ext cx="736581" cy="807180"/>
          </a:xfrm>
          <a:prstGeom prst="rect">
            <a:avLst/>
          </a:prstGeom>
        </p:spPr>
      </p:pic>
      <p:sp>
        <p:nvSpPr>
          <p:cNvPr id="50" name="Callout: Down Arrow 49">
            <a:extLst>
              <a:ext uri="{FF2B5EF4-FFF2-40B4-BE49-F238E27FC236}">
                <a16:creationId xmlns:a16="http://schemas.microsoft.com/office/drawing/2014/main" id="{C60BE003-8EB8-94A8-6238-2D5EAC8D1791}"/>
              </a:ext>
            </a:extLst>
          </p:cNvPr>
          <p:cNvSpPr/>
          <p:nvPr/>
        </p:nvSpPr>
        <p:spPr>
          <a:xfrm>
            <a:off x="-83021" y="351292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41D3D-0491-1867-0197-BB8E4D527069}"/>
              </a:ext>
            </a:extLst>
          </p:cNvPr>
          <p:cNvSpPr txBox="1"/>
          <p:nvPr/>
        </p:nvSpPr>
        <p:spPr>
          <a:xfrm>
            <a:off x="-520819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3A8FEF-A80D-4096-D74A-40495CCFDE79}"/>
              </a:ext>
            </a:extLst>
          </p:cNvPr>
          <p:cNvSpPr txBox="1"/>
          <p:nvPr/>
        </p:nvSpPr>
        <p:spPr>
          <a:xfrm>
            <a:off x="1009858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pic>
        <p:nvPicPr>
          <p:cNvPr id="59" name="Graphic 58" descr="Packing Box Open outline">
            <a:extLst>
              <a:ext uri="{FF2B5EF4-FFF2-40B4-BE49-F238E27FC236}">
                <a16:creationId xmlns:a16="http://schemas.microsoft.com/office/drawing/2014/main" id="{156A18A1-3D3F-7C65-B15A-3F5D09DE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014" y="4321071"/>
            <a:ext cx="736581" cy="807180"/>
          </a:xfrm>
          <a:prstGeom prst="rect">
            <a:avLst/>
          </a:prstGeom>
        </p:spPr>
      </p:pic>
      <p:sp>
        <p:nvSpPr>
          <p:cNvPr id="60" name="Callout: Down Arrow 59">
            <a:extLst>
              <a:ext uri="{FF2B5EF4-FFF2-40B4-BE49-F238E27FC236}">
                <a16:creationId xmlns:a16="http://schemas.microsoft.com/office/drawing/2014/main" id="{F5070EDE-72EA-5522-8BE7-9D48E851D6CF}"/>
              </a:ext>
            </a:extLst>
          </p:cNvPr>
          <p:cNvSpPr/>
          <p:nvPr/>
        </p:nvSpPr>
        <p:spPr>
          <a:xfrm>
            <a:off x="3393761" y="3577861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B26BDA-FDDF-892F-604D-D05E33237AC8}"/>
              </a:ext>
            </a:extLst>
          </p:cNvPr>
          <p:cNvSpPr txBox="1"/>
          <p:nvPr/>
        </p:nvSpPr>
        <p:spPr>
          <a:xfrm>
            <a:off x="2974500" y="5168270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72823-6238-C10A-61CE-8343DC10912D}"/>
              </a:ext>
            </a:extLst>
          </p:cNvPr>
          <p:cNvSpPr txBox="1"/>
          <p:nvPr/>
        </p:nvSpPr>
        <p:spPr>
          <a:xfrm>
            <a:off x="4614952" y="505311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A8937B-C955-5411-C842-DBB2631CA68F}"/>
              </a:ext>
            </a:extLst>
          </p:cNvPr>
          <p:cNvGrpSpPr/>
          <p:nvPr/>
        </p:nvGrpSpPr>
        <p:grpSpPr>
          <a:xfrm>
            <a:off x="2904067" y="4288829"/>
            <a:ext cx="315354" cy="736966"/>
            <a:chOff x="5303127" y="2535583"/>
            <a:chExt cx="344189" cy="762000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AF73579-A9EA-594F-296C-0935042342C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2C574C-A53F-8824-E8FF-E91EBE4E997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33DA639-24D5-57B0-9F29-CC9E7F685D60}"/>
              </a:ext>
            </a:extLst>
          </p:cNvPr>
          <p:cNvGrpSpPr/>
          <p:nvPr/>
        </p:nvGrpSpPr>
        <p:grpSpPr>
          <a:xfrm flipH="1">
            <a:off x="4437156" y="4321987"/>
            <a:ext cx="410716" cy="654058"/>
            <a:chOff x="3123276" y="2785871"/>
            <a:chExt cx="448270" cy="676275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9523A71-714B-3219-2F95-9BEA0DCD0504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EF8D18C-B773-9265-EB27-E20D83295B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69" name="Graphic 68" descr="Packing Box Open outline">
            <a:extLst>
              <a:ext uri="{FF2B5EF4-FFF2-40B4-BE49-F238E27FC236}">
                <a16:creationId xmlns:a16="http://schemas.microsoft.com/office/drawing/2014/main" id="{0DCD6566-9337-DA75-2270-2EFAFAF7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6310" y="4337176"/>
            <a:ext cx="736581" cy="807180"/>
          </a:xfrm>
          <a:prstGeom prst="rect">
            <a:avLst/>
          </a:prstGeom>
        </p:spPr>
      </p:pic>
      <p:sp>
        <p:nvSpPr>
          <p:cNvPr id="70" name="Callout: Down Arrow 69">
            <a:extLst>
              <a:ext uri="{FF2B5EF4-FFF2-40B4-BE49-F238E27FC236}">
                <a16:creationId xmlns:a16="http://schemas.microsoft.com/office/drawing/2014/main" id="{52514AE0-325C-535C-9D6F-43FFE4F17D5A}"/>
              </a:ext>
            </a:extLst>
          </p:cNvPr>
          <p:cNvSpPr/>
          <p:nvPr/>
        </p:nvSpPr>
        <p:spPr>
          <a:xfrm>
            <a:off x="6204593" y="3644177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9CF699-EF99-41AD-03C1-CD8AE5A7ADAA}"/>
              </a:ext>
            </a:extLst>
          </p:cNvPr>
          <p:cNvSpPr txBox="1"/>
          <p:nvPr/>
        </p:nvSpPr>
        <p:spPr>
          <a:xfrm>
            <a:off x="5766796" y="5184375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621DF9-6EFF-9FAD-43F9-E800E6C026C4}"/>
              </a:ext>
            </a:extLst>
          </p:cNvPr>
          <p:cNvSpPr txBox="1"/>
          <p:nvPr/>
        </p:nvSpPr>
        <p:spPr>
          <a:xfrm>
            <a:off x="7420614" y="5132741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A071E5C-086E-9E71-B195-36FA8FA25E14}"/>
              </a:ext>
            </a:extLst>
          </p:cNvPr>
          <p:cNvGrpSpPr/>
          <p:nvPr/>
        </p:nvGrpSpPr>
        <p:grpSpPr>
          <a:xfrm>
            <a:off x="5696363" y="4304934"/>
            <a:ext cx="315354" cy="736966"/>
            <a:chOff x="5303127" y="2535583"/>
            <a:chExt cx="344189" cy="762000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48F4B29-0A94-C96C-B78A-CC32D2304F1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3B6FB9C-8C4C-2E8E-996B-399A4FEB4EEF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806DE9-5F5A-5B7C-D445-51DF125519A2}"/>
              </a:ext>
            </a:extLst>
          </p:cNvPr>
          <p:cNvGrpSpPr/>
          <p:nvPr/>
        </p:nvGrpSpPr>
        <p:grpSpPr>
          <a:xfrm flipH="1">
            <a:off x="7229452" y="4338092"/>
            <a:ext cx="410716" cy="654058"/>
            <a:chOff x="3123276" y="2785871"/>
            <a:chExt cx="448270" cy="67627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34D3459-D8FA-62CA-D53D-14F6B700476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A49365-62C3-88A9-0FCB-68E40634F263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79" name="Graphic 78" descr="Packing Box Open outline">
            <a:extLst>
              <a:ext uri="{FF2B5EF4-FFF2-40B4-BE49-F238E27FC236}">
                <a16:creationId xmlns:a16="http://schemas.microsoft.com/office/drawing/2014/main" id="{B3E324AF-50D2-8EFE-F48B-468B3EBE5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762" y="1329178"/>
            <a:ext cx="736581" cy="807180"/>
          </a:xfrm>
          <a:prstGeom prst="rect">
            <a:avLst/>
          </a:prstGeom>
        </p:spPr>
      </p:pic>
      <p:sp>
        <p:nvSpPr>
          <p:cNvPr id="80" name="Callout: Down Arrow 79">
            <a:extLst>
              <a:ext uri="{FF2B5EF4-FFF2-40B4-BE49-F238E27FC236}">
                <a16:creationId xmlns:a16="http://schemas.microsoft.com/office/drawing/2014/main" id="{717214F2-E70E-2BDD-B7E3-DD9F625EABAF}"/>
              </a:ext>
            </a:extLst>
          </p:cNvPr>
          <p:cNvSpPr/>
          <p:nvPr/>
        </p:nvSpPr>
        <p:spPr>
          <a:xfrm>
            <a:off x="3282045" y="636179"/>
            <a:ext cx="997084" cy="710053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chemeClr val="tx1"/>
                </a:solidFill>
              </a:rPr>
              <a:t>None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9CD92-EFA8-9BDB-3938-6660ADBEAFE0}"/>
              </a:ext>
            </a:extLst>
          </p:cNvPr>
          <p:cNvSpPr txBox="1"/>
          <p:nvPr/>
        </p:nvSpPr>
        <p:spPr>
          <a:xfrm>
            <a:off x="2844248" y="2176377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9184BD-5210-8499-9402-7D6DDA5EFDA6}"/>
              </a:ext>
            </a:extLst>
          </p:cNvPr>
          <p:cNvSpPr txBox="1"/>
          <p:nvPr/>
        </p:nvSpPr>
        <p:spPr>
          <a:xfrm>
            <a:off x="4505175" y="2136359"/>
            <a:ext cx="219555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-1207351" y="168641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615AEE-FE9A-B30D-4A6B-39317089C5E0}"/>
              </a:ext>
            </a:extLst>
          </p:cNvPr>
          <p:cNvSpPr txBox="1"/>
          <p:nvPr/>
        </p:nvSpPr>
        <p:spPr>
          <a:xfrm>
            <a:off x="2273727" y="266846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2D52C2E-59DB-1E49-0307-301155612165}"/>
              </a:ext>
            </a:extLst>
          </p:cNvPr>
          <p:cNvSpPr txBox="1"/>
          <p:nvPr/>
        </p:nvSpPr>
        <p:spPr>
          <a:xfrm>
            <a:off x="-828615" y="3245353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D66ADC0-9346-1F82-ABAC-1DD4F940521E}"/>
              </a:ext>
            </a:extLst>
          </p:cNvPr>
          <p:cNvSpPr txBox="1"/>
          <p:nvPr/>
        </p:nvSpPr>
        <p:spPr>
          <a:xfrm>
            <a:off x="5720436" y="3291521"/>
            <a:ext cx="61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</a:p>
          <a:p>
            <a:endParaRPr lang="en-AU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E35D268-DC0A-9C71-202D-DD84138FDCBA}"/>
              </a:ext>
            </a:extLst>
          </p:cNvPr>
          <p:cNvGrpSpPr/>
          <p:nvPr/>
        </p:nvGrpSpPr>
        <p:grpSpPr>
          <a:xfrm>
            <a:off x="4468089" y="1346231"/>
            <a:ext cx="315354" cy="736966"/>
            <a:chOff x="5303127" y="2535583"/>
            <a:chExt cx="344189" cy="762000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F231BCB-6700-8E06-AFE0-96092C186CB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A32AFE2-324A-25B1-0415-8790A8CF6A0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4F973E-4E86-FFB5-46C6-B0644DD3BF6A}"/>
              </a:ext>
            </a:extLst>
          </p:cNvPr>
          <p:cNvGrpSpPr/>
          <p:nvPr/>
        </p:nvGrpSpPr>
        <p:grpSpPr>
          <a:xfrm>
            <a:off x="2748664" y="1389807"/>
            <a:ext cx="410720" cy="654059"/>
            <a:chOff x="3123272" y="2785871"/>
            <a:chExt cx="448274" cy="67627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1B928ED-F94A-2DD9-C540-01647EE3764E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C60885E-BF74-B512-9836-104F12DD818B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2443FD3-644E-5D81-717F-D41393F59428}"/>
              </a:ext>
            </a:extLst>
          </p:cNvPr>
          <p:cNvSpPr txBox="1"/>
          <p:nvPr/>
        </p:nvSpPr>
        <p:spPr>
          <a:xfrm>
            <a:off x="2616172" y="3291520"/>
            <a:ext cx="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5794979" y="941450"/>
            <a:ext cx="3280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</a:t>
            </a:r>
          </a:p>
          <a:p>
            <a:endParaRPr lang="en-A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59605C-0F12-9F63-92E4-DEEB8B4D6204}"/>
              </a:ext>
            </a:extLst>
          </p:cNvPr>
          <p:cNvSpPr/>
          <p:nvPr/>
        </p:nvSpPr>
        <p:spPr>
          <a:xfrm>
            <a:off x="-844865" y="1057094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6AB190-C8AF-C856-4E5F-2BF0AA52EDBC}"/>
              </a:ext>
            </a:extLst>
          </p:cNvPr>
          <p:cNvSpPr/>
          <p:nvPr/>
        </p:nvSpPr>
        <p:spPr>
          <a:xfrm>
            <a:off x="311925" y="1105988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48AFFB-CCA5-72CB-5D51-ED7162673A01}"/>
              </a:ext>
            </a:extLst>
          </p:cNvPr>
          <p:cNvSpPr/>
          <p:nvPr/>
        </p:nvSpPr>
        <p:spPr>
          <a:xfrm>
            <a:off x="-553654" y="400811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0D4E24-7EEB-5C7E-7F1E-F9683A99BDDB}"/>
              </a:ext>
            </a:extLst>
          </p:cNvPr>
          <p:cNvSpPr/>
          <p:nvPr/>
        </p:nvSpPr>
        <p:spPr>
          <a:xfrm>
            <a:off x="4007851" y="121531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24F956-AFA3-9F80-527C-B8F36D1FBA14}"/>
              </a:ext>
            </a:extLst>
          </p:cNvPr>
          <p:cNvSpPr/>
          <p:nvPr/>
        </p:nvSpPr>
        <p:spPr>
          <a:xfrm>
            <a:off x="2634898" y="1257763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2016CD-3870-5AB0-114E-B122FED8EF4D}"/>
              </a:ext>
            </a:extLst>
          </p:cNvPr>
          <p:cNvSpPr/>
          <p:nvPr/>
        </p:nvSpPr>
        <p:spPr>
          <a:xfrm>
            <a:off x="3444628" y="3453774"/>
            <a:ext cx="1060546" cy="670609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CBEC45-5321-6FF1-E7F4-D2C9B455AE39}"/>
              </a:ext>
            </a:extLst>
          </p:cNvPr>
          <p:cNvSpPr/>
          <p:nvPr/>
        </p:nvSpPr>
        <p:spPr>
          <a:xfrm>
            <a:off x="616169" y="3990864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CF7491-B787-241E-7BE3-7CD4B76F2B5D}"/>
              </a:ext>
            </a:extLst>
          </p:cNvPr>
          <p:cNvSpPr/>
          <p:nvPr/>
        </p:nvSpPr>
        <p:spPr>
          <a:xfrm>
            <a:off x="2925931" y="4108647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DED3FF-CCBE-20B4-E51D-5FAFD9B4601F}"/>
              </a:ext>
            </a:extLst>
          </p:cNvPr>
          <p:cNvSpPr/>
          <p:nvPr/>
        </p:nvSpPr>
        <p:spPr>
          <a:xfrm>
            <a:off x="4082721" y="4157541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3660D1-8461-51F1-E750-484A1DB70A61}"/>
              </a:ext>
            </a:extLst>
          </p:cNvPr>
          <p:cNvSpPr/>
          <p:nvPr/>
        </p:nvSpPr>
        <p:spPr>
          <a:xfrm>
            <a:off x="5690533" y="4152436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26878-327B-5151-78A3-EDF21FF081E3}"/>
              </a:ext>
            </a:extLst>
          </p:cNvPr>
          <p:cNvSpPr/>
          <p:nvPr/>
        </p:nvSpPr>
        <p:spPr>
          <a:xfrm>
            <a:off x="6847323" y="4201330"/>
            <a:ext cx="721712" cy="589573"/>
          </a:xfrm>
          <a:prstGeom prst="ellipse">
            <a:avLst/>
          </a:prstGeom>
          <a:noFill/>
          <a:ln w="25400" cap="flat" cmpd="sng" algn="ctr">
            <a:solidFill>
              <a:srgbClr val="3366FF"/>
            </a:solidFill>
            <a:prstDash val="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21712"/>
                      <a:gd name="connsiteY0" fmla="*/ 355027 h 710053"/>
                      <a:gd name="connsiteX1" fmla="*/ 360856 w 721712"/>
                      <a:gd name="connsiteY1" fmla="*/ 0 h 710053"/>
                      <a:gd name="connsiteX2" fmla="*/ 721712 w 721712"/>
                      <a:gd name="connsiteY2" fmla="*/ 355027 h 710053"/>
                      <a:gd name="connsiteX3" fmla="*/ 360856 w 721712"/>
                      <a:gd name="connsiteY3" fmla="*/ 710054 h 710053"/>
                      <a:gd name="connsiteX4" fmla="*/ 0 w 721712"/>
                      <a:gd name="connsiteY4" fmla="*/ 355027 h 7100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1712" h="710053" extrusionOk="0">
                        <a:moveTo>
                          <a:pt x="0" y="355027"/>
                        </a:moveTo>
                        <a:cubicBezTo>
                          <a:pt x="-33494" y="138291"/>
                          <a:pt x="139898" y="8130"/>
                          <a:pt x="360856" y="0"/>
                        </a:cubicBezTo>
                        <a:cubicBezTo>
                          <a:pt x="568271" y="1710"/>
                          <a:pt x="709958" y="159325"/>
                          <a:pt x="721712" y="355027"/>
                        </a:cubicBezTo>
                        <a:cubicBezTo>
                          <a:pt x="717330" y="555382"/>
                          <a:pt x="551599" y="757325"/>
                          <a:pt x="360856" y="710054"/>
                        </a:cubicBezTo>
                        <a:cubicBezTo>
                          <a:pt x="131695" y="693714"/>
                          <a:pt x="52191" y="576040"/>
                          <a:pt x="0" y="3550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9B564031-AD6C-0E8B-65C3-0FDACD93C6C6}"/>
              </a:ext>
            </a:extLst>
          </p:cNvPr>
          <p:cNvCxnSpPr>
            <a:stCxn id="72" idx="2"/>
            <a:endCxn id="15" idx="4"/>
          </p:cNvCxnSpPr>
          <p:nvPr/>
        </p:nvCxnSpPr>
        <p:spPr>
          <a:xfrm rot="5400000" flipH="1">
            <a:off x="3435705" y="1407386"/>
            <a:ext cx="3654736" cy="4534637"/>
          </a:xfrm>
          <a:prstGeom prst="curvedConnector3">
            <a:avLst>
              <a:gd name="adj1" fmla="val -6255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B6A09BE-6B20-42D9-6CA5-9A6A7C9DA258}"/>
              </a:ext>
            </a:extLst>
          </p:cNvPr>
          <p:cNvCxnSpPr>
            <a:cxnSpLocks/>
            <a:stCxn id="15" idx="6"/>
            <a:endCxn id="17" idx="0"/>
          </p:cNvCxnSpPr>
          <p:nvPr/>
        </p:nvCxnSpPr>
        <p:spPr>
          <a:xfrm>
            <a:off x="3356611" y="1552549"/>
            <a:ext cx="618291" cy="1901224"/>
          </a:xfrm>
          <a:prstGeom prst="curvedConnector2">
            <a:avLst/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2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5277" y="794166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4869" y="788627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2167215" y="4376037"/>
            <a:ext cx="391512" cy="598894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998FB7-BD9A-C196-AAFD-3FF84B28EA2E}"/>
              </a:ext>
            </a:extLst>
          </p:cNvPr>
          <p:cNvGrpSpPr/>
          <p:nvPr/>
        </p:nvGrpSpPr>
        <p:grpSpPr>
          <a:xfrm>
            <a:off x="616032" y="4366179"/>
            <a:ext cx="391515" cy="598895"/>
            <a:chOff x="3123272" y="2785871"/>
            <a:chExt cx="448274" cy="67627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E884FD-AD17-BAAC-6B2E-712AFEEB65E0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5F0D32-5854-4B7B-6471-A7BB741E88D9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Ba coin=head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Ba coin=head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coin=tail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Ba coin=head</a:t>
            </a:r>
          </a:p>
        </p:txBody>
      </p:sp>
    </p:spTree>
    <p:extLst>
      <p:ext uri="{BB962C8B-B14F-4D97-AF65-F5344CB8AC3E}">
        <p14:creationId xmlns:p14="http://schemas.microsoft.com/office/powerpoint/2010/main" val="3780128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380" y="4434483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1811269" y="1187744"/>
            <a:ext cx="17401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5467619" y="1187744"/>
            <a:ext cx="16794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44525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254708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BCF9D91-716E-4EBE-A4BC-AF94A22F96AE}"/>
              </a:ext>
            </a:extLst>
          </p:cNvPr>
          <p:cNvCxnSpPr>
            <a:cxnSpLocks/>
          </p:cNvCxnSpPr>
          <p:nvPr/>
        </p:nvCxnSpPr>
        <p:spPr>
          <a:xfrm>
            <a:off x="3633970" y="1187744"/>
            <a:ext cx="7540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0F558F3-428E-45F3-818A-D4668E8EEC5F}"/>
              </a:ext>
            </a:extLst>
          </p:cNvPr>
          <p:cNvCxnSpPr>
            <a:cxnSpLocks/>
          </p:cNvCxnSpPr>
          <p:nvPr/>
        </p:nvCxnSpPr>
        <p:spPr>
          <a:xfrm>
            <a:off x="7313859" y="1187744"/>
            <a:ext cx="1470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8587536-569D-4482-95D6-F8C0D3CAEC12}"/>
              </a:ext>
            </a:extLst>
          </p:cNvPr>
          <p:cNvCxnSpPr>
            <a:cxnSpLocks/>
          </p:cNvCxnSpPr>
          <p:nvPr/>
        </p:nvCxnSpPr>
        <p:spPr>
          <a:xfrm>
            <a:off x="-8560" y="1187744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C77DC37-03B0-4340-B452-301EE052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88" y="3907984"/>
            <a:ext cx="411922" cy="56055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F99B339-FCE0-42C5-A79C-7A6CB637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" y="2747366"/>
            <a:ext cx="391035" cy="52558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AE0BADD-B8EA-4B46-9EBC-61496C734206}"/>
              </a:ext>
            </a:extLst>
          </p:cNvPr>
          <p:cNvSpPr txBox="1"/>
          <p:nvPr/>
        </p:nvSpPr>
        <p:spPr>
          <a:xfrm>
            <a:off x="391676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8A20AB-0CD7-47F8-8F37-F2097365199F}"/>
              </a:ext>
            </a:extLst>
          </p:cNvPr>
          <p:cNvSpPr txBox="1"/>
          <p:nvPr/>
        </p:nvSpPr>
        <p:spPr>
          <a:xfrm>
            <a:off x="0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4" name="Thought Bubble: Cloud 143">
            <a:extLst>
              <a:ext uri="{FF2B5EF4-FFF2-40B4-BE49-F238E27FC236}">
                <a16:creationId xmlns:a16="http://schemas.microsoft.com/office/drawing/2014/main" id="{B514EB6C-AE15-49D2-AD47-9DEA1D04885F}"/>
              </a:ext>
            </a:extLst>
          </p:cNvPr>
          <p:cNvSpPr/>
          <p:nvPr/>
        </p:nvSpPr>
        <p:spPr>
          <a:xfrm>
            <a:off x="1855794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45" name="Thought Bubble: Cloud 144">
            <a:extLst>
              <a:ext uri="{FF2B5EF4-FFF2-40B4-BE49-F238E27FC236}">
                <a16:creationId xmlns:a16="http://schemas.microsoft.com/office/drawing/2014/main" id="{C2DD3333-8839-4F6E-95FD-2DD7C8BDA17E}"/>
              </a:ext>
            </a:extLst>
          </p:cNvPr>
          <p:cNvSpPr/>
          <p:nvPr/>
        </p:nvSpPr>
        <p:spPr>
          <a:xfrm>
            <a:off x="2065977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B5FF24D5-C5B6-4633-8E8A-EE31A227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857" y="3907984"/>
            <a:ext cx="411922" cy="560554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70D202F-301E-4DE9-B81A-77FA9C42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937" y="2747366"/>
            <a:ext cx="391035" cy="525585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F6CB2B4D-981F-40E8-8B36-A06CEBDEBE67}"/>
              </a:ext>
            </a:extLst>
          </p:cNvPr>
          <p:cNvSpPr txBox="1"/>
          <p:nvPr/>
        </p:nvSpPr>
        <p:spPr>
          <a:xfrm>
            <a:off x="2202945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9AFFE7-5359-4C24-8FD4-5484304F39A2}"/>
              </a:ext>
            </a:extLst>
          </p:cNvPr>
          <p:cNvSpPr txBox="1"/>
          <p:nvPr/>
        </p:nvSpPr>
        <p:spPr>
          <a:xfrm>
            <a:off x="1811269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0" name="Thought Bubble: Cloud 149">
            <a:extLst>
              <a:ext uri="{FF2B5EF4-FFF2-40B4-BE49-F238E27FC236}">
                <a16:creationId xmlns:a16="http://schemas.microsoft.com/office/drawing/2014/main" id="{BDE644F2-A705-4C52-B6CB-875CDCD588B1}"/>
              </a:ext>
            </a:extLst>
          </p:cNvPr>
          <p:cNvSpPr/>
          <p:nvPr/>
        </p:nvSpPr>
        <p:spPr>
          <a:xfrm>
            <a:off x="3663825" y="1223608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1" name="Thought Bubble: Cloud 150">
            <a:extLst>
              <a:ext uri="{FF2B5EF4-FFF2-40B4-BE49-F238E27FC236}">
                <a16:creationId xmlns:a16="http://schemas.microsoft.com/office/drawing/2014/main" id="{5710AE19-91D8-4F66-8905-110C0EB51A29}"/>
              </a:ext>
            </a:extLst>
          </p:cNvPr>
          <p:cNvSpPr/>
          <p:nvPr/>
        </p:nvSpPr>
        <p:spPr>
          <a:xfrm>
            <a:off x="3874008" y="1490597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77356DF9-4DF2-4C4F-AA3C-3222A5E0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68" y="2750482"/>
            <a:ext cx="391035" cy="525585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A5675446-5E2C-403F-BA55-E7FDC413E3EB}"/>
              </a:ext>
            </a:extLst>
          </p:cNvPr>
          <p:cNvSpPr txBox="1"/>
          <p:nvPr/>
        </p:nvSpPr>
        <p:spPr>
          <a:xfrm>
            <a:off x="4012540" y="2700090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peekingb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1CE00A9-BBAE-4635-BA00-58CB2A6E228C}"/>
              </a:ext>
            </a:extLst>
          </p:cNvPr>
          <p:cNvSpPr txBox="1"/>
          <p:nvPr/>
        </p:nvSpPr>
        <p:spPr>
          <a:xfrm>
            <a:off x="3619300" y="171214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peekingb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6" name="Thought Bubble: Cloud 155">
            <a:extLst>
              <a:ext uri="{FF2B5EF4-FFF2-40B4-BE49-F238E27FC236}">
                <a16:creationId xmlns:a16="http://schemas.microsoft.com/office/drawing/2014/main" id="{1ABF5F24-93DF-4E82-B35F-2264E66A2EDC}"/>
              </a:ext>
            </a:extLst>
          </p:cNvPr>
          <p:cNvSpPr/>
          <p:nvPr/>
        </p:nvSpPr>
        <p:spPr>
          <a:xfrm>
            <a:off x="5520786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7" name="Thought Bubble: Cloud 156">
            <a:extLst>
              <a:ext uri="{FF2B5EF4-FFF2-40B4-BE49-F238E27FC236}">
                <a16:creationId xmlns:a16="http://schemas.microsoft.com/office/drawing/2014/main" id="{701C6282-BC3D-40B5-8FBD-02AB02CDB3B8}"/>
              </a:ext>
            </a:extLst>
          </p:cNvPr>
          <p:cNvSpPr/>
          <p:nvPr/>
        </p:nvSpPr>
        <p:spPr>
          <a:xfrm>
            <a:off x="5730969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9CF36DF5-C29B-4D32-A6FA-453BB8E55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29" y="2747366"/>
            <a:ext cx="391035" cy="525585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937C1F3D-76CB-4D72-B300-3FEEA980E1CB}"/>
              </a:ext>
            </a:extLst>
          </p:cNvPr>
          <p:cNvSpPr txBox="1"/>
          <p:nvPr/>
        </p:nvSpPr>
        <p:spPr>
          <a:xfrm>
            <a:off x="5867937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8EDA2CD-0EB2-4276-9C90-ADDF05FCAA08}"/>
              </a:ext>
            </a:extLst>
          </p:cNvPr>
          <p:cNvSpPr txBox="1"/>
          <p:nvPr/>
        </p:nvSpPr>
        <p:spPr>
          <a:xfrm>
            <a:off x="5476261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8" name="Thought Bubble: Cloud 167">
            <a:extLst>
              <a:ext uri="{FF2B5EF4-FFF2-40B4-BE49-F238E27FC236}">
                <a16:creationId xmlns:a16="http://schemas.microsoft.com/office/drawing/2014/main" id="{E689E94A-8FCE-4AAE-B898-2DADE8FFBEAA}"/>
              </a:ext>
            </a:extLst>
          </p:cNvPr>
          <p:cNvSpPr/>
          <p:nvPr/>
        </p:nvSpPr>
        <p:spPr>
          <a:xfrm>
            <a:off x="7373687" y="1203919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69" name="Thought Bubble: Cloud 168">
            <a:extLst>
              <a:ext uri="{FF2B5EF4-FFF2-40B4-BE49-F238E27FC236}">
                <a16:creationId xmlns:a16="http://schemas.microsoft.com/office/drawing/2014/main" id="{C4DE0E4D-38E5-4F31-925E-3B1DFE951218}"/>
              </a:ext>
            </a:extLst>
          </p:cNvPr>
          <p:cNvSpPr/>
          <p:nvPr/>
        </p:nvSpPr>
        <p:spPr>
          <a:xfrm>
            <a:off x="7583870" y="1470908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516DEC2-0A52-4EF6-BD93-936AEB4FB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830" y="2730793"/>
            <a:ext cx="391035" cy="52558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7E5CB855-B970-44C5-B078-623813232F75}"/>
              </a:ext>
            </a:extLst>
          </p:cNvPr>
          <p:cNvSpPr txBox="1"/>
          <p:nvPr/>
        </p:nvSpPr>
        <p:spPr>
          <a:xfrm>
            <a:off x="7720838" y="2693503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719170C-C229-4AA3-8F0C-EDAA188945B7}"/>
              </a:ext>
            </a:extLst>
          </p:cNvPr>
          <p:cNvSpPr txBox="1"/>
          <p:nvPr/>
        </p:nvSpPr>
        <p:spPr>
          <a:xfrm>
            <a:off x="7329162" y="166282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FDA345-B315-4838-9912-85D7A0C18B14}"/>
              </a:ext>
            </a:extLst>
          </p:cNvPr>
          <p:cNvSpPr txBox="1"/>
          <p:nvPr/>
        </p:nvSpPr>
        <p:spPr>
          <a:xfrm>
            <a:off x="-31872" y="1158920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1D8CD8F-DB6F-439A-9F31-09C0A4D4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35" y="3907984"/>
            <a:ext cx="391035" cy="525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1CAD5-651F-41C3-B2D2-319E09589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63" y="3805590"/>
            <a:ext cx="489301" cy="64513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4D8DC40-3052-4FF2-B384-5B332BF25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49" y="3788439"/>
            <a:ext cx="489301" cy="64513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C4128B7-2A35-454E-92DB-1D76981C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55" y="3802694"/>
            <a:ext cx="489301" cy="645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653B8A-D56B-4139-9892-633CF0124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577" y="3785921"/>
            <a:ext cx="493120" cy="650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5C2D31-9B6C-40AB-936E-D9913400D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476" y="3940731"/>
            <a:ext cx="391088" cy="53014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0F9B345-8252-4FAF-9505-BB1F1BB68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1077" y="3979973"/>
            <a:ext cx="391088" cy="5301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333826F-BFF3-46AC-BCC7-13253204A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07" y="3898644"/>
            <a:ext cx="391035" cy="52558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04C0719-0F5F-433B-915E-61AD341E8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995" y="3791841"/>
            <a:ext cx="489301" cy="64513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1296B122-701C-46AD-8126-6E92E88FA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473" y="3872572"/>
            <a:ext cx="391035" cy="5255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84DC9D-3451-41CA-86CF-47F5FE691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0602" y="3964710"/>
            <a:ext cx="357785" cy="54540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5561FBE-AC6D-473C-B337-2BA8A76BF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695" y="3940504"/>
            <a:ext cx="357785" cy="54540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5ABDB2A-5ED1-4B2D-9A29-1920DE527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610" y="3952509"/>
            <a:ext cx="357785" cy="545404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F3957F89-55FC-4B22-A690-8BD45EE197E2}"/>
              </a:ext>
            </a:extLst>
          </p:cNvPr>
          <p:cNvSpPr txBox="1"/>
          <p:nvPr/>
        </p:nvSpPr>
        <p:spPr>
          <a:xfrm>
            <a:off x="1844587" y="1158396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C4994B7-54CC-4BB2-80D5-002936560E41}"/>
              </a:ext>
            </a:extLst>
          </p:cNvPr>
          <p:cNvSpPr txBox="1"/>
          <p:nvPr/>
        </p:nvSpPr>
        <p:spPr>
          <a:xfrm>
            <a:off x="3633970" y="1158920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BD1AE44-0068-44B7-BC6B-DAA5D46C5E00}"/>
              </a:ext>
            </a:extLst>
          </p:cNvPr>
          <p:cNvSpPr txBox="1"/>
          <p:nvPr/>
        </p:nvSpPr>
        <p:spPr>
          <a:xfrm>
            <a:off x="5506762" y="1147866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B0144D4-F5F8-40EC-977C-C5D78D62CD3A}"/>
              </a:ext>
            </a:extLst>
          </p:cNvPr>
          <p:cNvSpPr txBox="1"/>
          <p:nvPr/>
        </p:nvSpPr>
        <p:spPr>
          <a:xfrm>
            <a:off x="7313859" y="115522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167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86F9-AA74-4BCF-BE2F-65F3CC24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1" name="Content Placeholder 60">
            <a:extLst>
              <a:ext uri="{FF2B5EF4-FFF2-40B4-BE49-F238E27FC236}">
                <a16:creationId xmlns:a16="http://schemas.microsoft.com/office/drawing/2014/main" id="{19816860-4EF4-4E99-9772-7EC34959F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550184"/>
            <a:ext cx="7886700" cy="2902219"/>
          </a:xfrm>
        </p:spPr>
      </p:pic>
    </p:spTree>
    <p:extLst>
      <p:ext uri="{BB962C8B-B14F-4D97-AF65-F5344CB8AC3E}">
        <p14:creationId xmlns:p14="http://schemas.microsoft.com/office/powerpoint/2010/main" val="1371434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3A2-0A16-42B5-9BBA-46A043CF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8C38-7599-4BBC-A57A-968886C2B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355B6-9520-40BC-AAEF-C474604E8A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745" b="2449"/>
          <a:stretch/>
        </p:blipFill>
        <p:spPr>
          <a:xfrm>
            <a:off x="0" y="2387601"/>
            <a:ext cx="9144000" cy="317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3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380" y="4434483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1828670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5484413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44525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254708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40B14C0-2367-4A28-87CA-96ED3DB4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60" y="-613"/>
            <a:ext cx="1519645" cy="126370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D486D4D-E0C8-46A1-BF7A-3E1AE81F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161" y="0"/>
            <a:ext cx="1577061" cy="127685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AA1E25B-3A03-45D4-9AE7-D877F9C51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10" y="0"/>
            <a:ext cx="1560058" cy="126309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B20A17-D2FD-41A9-9858-72343C5D6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923" y="-613"/>
            <a:ext cx="1584899" cy="126309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44EFEBD-4665-4EDB-BA2D-F53D8F4F1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473" y="5598"/>
            <a:ext cx="1553143" cy="1257494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BCF9D91-716E-4EBE-A4BC-AF94A22F96AE}"/>
              </a:ext>
            </a:extLst>
          </p:cNvPr>
          <p:cNvCxnSpPr>
            <a:cxnSpLocks/>
          </p:cNvCxnSpPr>
          <p:nvPr/>
        </p:nvCxnSpPr>
        <p:spPr>
          <a:xfrm>
            <a:off x="3626495" y="2414"/>
            <a:ext cx="15015" cy="44320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0F558F3-428E-45F3-818A-D4668E8EEC5F}"/>
              </a:ext>
            </a:extLst>
          </p:cNvPr>
          <p:cNvCxnSpPr>
            <a:cxnSpLocks/>
          </p:cNvCxnSpPr>
          <p:nvPr/>
        </p:nvCxnSpPr>
        <p:spPr>
          <a:xfrm>
            <a:off x="7315329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8587536-569D-4482-95D6-F8C0D3CAEC12}"/>
              </a:ext>
            </a:extLst>
          </p:cNvPr>
          <p:cNvCxnSpPr>
            <a:cxnSpLocks/>
          </p:cNvCxnSpPr>
          <p:nvPr/>
        </p:nvCxnSpPr>
        <p:spPr>
          <a:xfrm>
            <a:off x="-8560" y="1187744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C77DC37-03B0-4340-B452-301EE052A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588" y="3907984"/>
            <a:ext cx="411922" cy="56055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F99B339-FCE0-42C5-A79C-7A6CB637D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8" y="2747366"/>
            <a:ext cx="391035" cy="52558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AE0BADD-B8EA-4B46-9EBC-61496C734206}"/>
              </a:ext>
            </a:extLst>
          </p:cNvPr>
          <p:cNvSpPr txBox="1"/>
          <p:nvPr/>
        </p:nvSpPr>
        <p:spPr>
          <a:xfrm>
            <a:off x="391676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8A20AB-0CD7-47F8-8F37-F2097365199F}"/>
              </a:ext>
            </a:extLst>
          </p:cNvPr>
          <p:cNvSpPr txBox="1"/>
          <p:nvPr/>
        </p:nvSpPr>
        <p:spPr>
          <a:xfrm>
            <a:off x="0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4" name="Thought Bubble: Cloud 143">
            <a:extLst>
              <a:ext uri="{FF2B5EF4-FFF2-40B4-BE49-F238E27FC236}">
                <a16:creationId xmlns:a16="http://schemas.microsoft.com/office/drawing/2014/main" id="{B514EB6C-AE15-49D2-AD47-9DEA1D04885F}"/>
              </a:ext>
            </a:extLst>
          </p:cNvPr>
          <p:cNvSpPr/>
          <p:nvPr/>
        </p:nvSpPr>
        <p:spPr>
          <a:xfrm>
            <a:off x="1855794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45" name="Thought Bubble: Cloud 144">
            <a:extLst>
              <a:ext uri="{FF2B5EF4-FFF2-40B4-BE49-F238E27FC236}">
                <a16:creationId xmlns:a16="http://schemas.microsoft.com/office/drawing/2014/main" id="{C2DD3333-8839-4F6E-95FD-2DD7C8BDA17E}"/>
              </a:ext>
            </a:extLst>
          </p:cNvPr>
          <p:cNvSpPr/>
          <p:nvPr/>
        </p:nvSpPr>
        <p:spPr>
          <a:xfrm>
            <a:off x="2065977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B5FF24D5-C5B6-4633-8E8A-EE31A2277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857" y="3907984"/>
            <a:ext cx="411922" cy="560554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70D202F-301E-4DE9-B81A-77FA9C4250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4937" y="2747366"/>
            <a:ext cx="391035" cy="525585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F6CB2B4D-981F-40E8-8B36-A06CEBDEBE67}"/>
              </a:ext>
            </a:extLst>
          </p:cNvPr>
          <p:cNvSpPr txBox="1"/>
          <p:nvPr/>
        </p:nvSpPr>
        <p:spPr>
          <a:xfrm>
            <a:off x="2202945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9AFFE7-5359-4C24-8FD4-5484304F39A2}"/>
              </a:ext>
            </a:extLst>
          </p:cNvPr>
          <p:cNvSpPr txBox="1"/>
          <p:nvPr/>
        </p:nvSpPr>
        <p:spPr>
          <a:xfrm>
            <a:off x="1811269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0" name="Thought Bubble: Cloud 149">
            <a:extLst>
              <a:ext uri="{FF2B5EF4-FFF2-40B4-BE49-F238E27FC236}">
                <a16:creationId xmlns:a16="http://schemas.microsoft.com/office/drawing/2014/main" id="{BDE644F2-A705-4C52-B6CB-875CDCD588B1}"/>
              </a:ext>
            </a:extLst>
          </p:cNvPr>
          <p:cNvSpPr/>
          <p:nvPr/>
        </p:nvSpPr>
        <p:spPr>
          <a:xfrm>
            <a:off x="3663825" y="1253239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1" name="Thought Bubble: Cloud 150">
            <a:extLst>
              <a:ext uri="{FF2B5EF4-FFF2-40B4-BE49-F238E27FC236}">
                <a16:creationId xmlns:a16="http://schemas.microsoft.com/office/drawing/2014/main" id="{5710AE19-91D8-4F66-8905-110C0EB51A29}"/>
              </a:ext>
            </a:extLst>
          </p:cNvPr>
          <p:cNvSpPr/>
          <p:nvPr/>
        </p:nvSpPr>
        <p:spPr>
          <a:xfrm>
            <a:off x="3874008" y="1520228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A575B2A0-3544-4937-8C4E-97CD1172F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888" y="3940731"/>
            <a:ext cx="411922" cy="56055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77356DF9-4DF2-4C4F-AA3C-3222A5E06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968" y="2780113"/>
            <a:ext cx="391035" cy="525585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A5675446-5E2C-403F-BA55-E7FDC413E3EB}"/>
              </a:ext>
            </a:extLst>
          </p:cNvPr>
          <p:cNvSpPr txBox="1"/>
          <p:nvPr/>
        </p:nvSpPr>
        <p:spPr>
          <a:xfrm>
            <a:off x="4010976" y="2742823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1CE00A9-BBAE-4635-BA00-58CB2A6E228C}"/>
              </a:ext>
            </a:extLst>
          </p:cNvPr>
          <p:cNvSpPr txBox="1"/>
          <p:nvPr/>
        </p:nvSpPr>
        <p:spPr>
          <a:xfrm>
            <a:off x="3619300" y="171214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6" name="Thought Bubble: Cloud 155">
            <a:extLst>
              <a:ext uri="{FF2B5EF4-FFF2-40B4-BE49-F238E27FC236}">
                <a16:creationId xmlns:a16="http://schemas.microsoft.com/office/drawing/2014/main" id="{1ABF5F24-93DF-4E82-B35F-2264E66A2EDC}"/>
              </a:ext>
            </a:extLst>
          </p:cNvPr>
          <p:cNvSpPr/>
          <p:nvPr/>
        </p:nvSpPr>
        <p:spPr>
          <a:xfrm>
            <a:off x="5520786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7" name="Thought Bubble: Cloud 156">
            <a:extLst>
              <a:ext uri="{FF2B5EF4-FFF2-40B4-BE49-F238E27FC236}">
                <a16:creationId xmlns:a16="http://schemas.microsoft.com/office/drawing/2014/main" id="{701C6282-BC3D-40B5-8FBD-02AB02CDB3B8}"/>
              </a:ext>
            </a:extLst>
          </p:cNvPr>
          <p:cNvSpPr/>
          <p:nvPr/>
        </p:nvSpPr>
        <p:spPr>
          <a:xfrm>
            <a:off x="5730969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F908D630-6CEF-4BEA-9935-55BA3465A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9849" y="3907984"/>
            <a:ext cx="411922" cy="560554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CF36DF5-C29B-4D32-A6FA-453BB8E556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929" y="2747366"/>
            <a:ext cx="391035" cy="525585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937C1F3D-76CB-4D72-B300-3FEEA980E1CB}"/>
              </a:ext>
            </a:extLst>
          </p:cNvPr>
          <p:cNvSpPr txBox="1"/>
          <p:nvPr/>
        </p:nvSpPr>
        <p:spPr>
          <a:xfrm>
            <a:off x="5867937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8EDA2CD-0EB2-4276-9C90-ADDF05FCAA08}"/>
              </a:ext>
            </a:extLst>
          </p:cNvPr>
          <p:cNvSpPr txBox="1"/>
          <p:nvPr/>
        </p:nvSpPr>
        <p:spPr>
          <a:xfrm>
            <a:off x="5476261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8" name="Thought Bubble: Cloud 167">
            <a:extLst>
              <a:ext uri="{FF2B5EF4-FFF2-40B4-BE49-F238E27FC236}">
                <a16:creationId xmlns:a16="http://schemas.microsoft.com/office/drawing/2014/main" id="{E689E94A-8FCE-4AAE-B898-2DADE8FFBEAA}"/>
              </a:ext>
            </a:extLst>
          </p:cNvPr>
          <p:cNvSpPr/>
          <p:nvPr/>
        </p:nvSpPr>
        <p:spPr>
          <a:xfrm>
            <a:off x="7373687" y="1191220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69" name="Thought Bubble: Cloud 168">
            <a:extLst>
              <a:ext uri="{FF2B5EF4-FFF2-40B4-BE49-F238E27FC236}">
                <a16:creationId xmlns:a16="http://schemas.microsoft.com/office/drawing/2014/main" id="{C4DE0E4D-38E5-4F31-925E-3B1DFE951218}"/>
              </a:ext>
            </a:extLst>
          </p:cNvPr>
          <p:cNvSpPr/>
          <p:nvPr/>
        </p:nvSpPr>
        <p:spPr>
          <a:xfrm>
            <a:off x="7583870" y="1458209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70" name="Picture 169">
            <a:extLst>
              <a:ext uri="{FF2B5EF4-FFF2-40B4-BE49-F238E27FC236}">
                <a16:creationId xmlns:a16="http://schemas.microsoft.com/office/drawing/2014/main" id="{94824A52-46F0-4418-846A-79A980659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750" y="3878712"/>
            <a:ext cx="411922" cy="560554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D516DEC2-0A52-4EF6-BD93-936AEB4FB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2830" y="2718094"/>
            <a:ext cx="391035" cy="52558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7E5CB855-B970-44C5-B078-623813232F75}"/>
              </a:ext>
            </a:extLst>
          </p:cNvPr>
          <p:cNvSpPr txBox="1"/>
          <p:nvPr/>
        </p:nvSpPr>
        <p:spPr>
          <a:xfrm>
            <a:off x="7720838" y="2680804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719170C-C229-4AA3-8F0C-EDAA188945B7}"/>
              </a:ext>
            </a:extLst>
          </p:cNvPr>
          <p:cNvSpPr txBox="1"/>
          <p:nvPr/>
        </p:nvSpPr>
        <p:spPr>
          <a:xfrm>
            <a:off x="7329162" y="1650127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206005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380" y="4434483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1828670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5484413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44525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254708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40B14C0-2367-4A28-87CA-96ED3DB4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60" y="-613"/>
            <a:ext cx="1519645" cy="126370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D486D4D-E0C8-46A1-BF7A-3E1AE81F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161" y="0"/>
            <a:ext cx="1577061" cy="127685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AA1E25B-3A03-45D4-9AE7-D877F9C51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10" y="0"/>
            <a:ext cx="1560058" cy="126309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DB20A17-D2FD-41A9-9858-72343C5D6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923" y="-613"/>
            <a:ext cx="1584899" cy="126309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C44EFEBD-4665-4EDB-BA2D-F53D8F4F1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473" y="5598"/>
            <a:ext cx="1553143" cy="1257494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BCF9D91-716E-4EBE-A4BC-AF94A22F96AE}"/>
              </a:ext>
            </a:extLst>
          </p:cNvPr>
          <p:cNvCxnSpPr>
            <a:cxnSpLocks/>
          </p:cNvCxnSpPr>
          <p:nvPr/>
        </p:nvCxnSpPr>
        <p:spPr>
          <a:xfrm>
            <a:off x="3626495" y="2414"/>
            <a:ext cx="15015" cy="44320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0F558F3-428E-45F3-818A-D4668E8EEC5F}"/>
              </a:ext>
            </a:extLst>
          </p:cNvPr>
          <p:cNvCxnSpPr>
            <a:cxnSpLocks/>
          </p:cNvCxnSpPr>
          <p:nvPr/>
        </p:nvCxnSpPr>
        <p:spPr>
          <a:xfrm>
            <a:off x="7315329" y="-4789"/>
            <a:ext cx="0" cy="44392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8587536-569D-4482-95D6-F8C0D3CAEC12}"/>
              </a:ext>
            </a:extLst>
          </p:cNvPr>
          <p:cNvCxnSpPr>
            <a:cxnSpLocks/>
          </p:cNvCxnSpPr>
          <p:nvPr/>
        </p:nvCxnSpPr>
        <p:spPr>
          <a:xfrm>
            <a:off x="-8560" y="1187744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C77DC37-03B0-4340-B452-301EE052A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588" y="3907984"/>
            <a:ext cx="411922" cy="56055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F99B339-FCE0-42C5-A79C-7A6CB637D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8" y="2747366"/>
            <a:ext cx="391035" cy="52558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AE0BADD-B8EA-4B46-9EBC-61496C734206}"/>
              </a:ext>
            </a:extLst>
          </p:cNvPr>
          <p:cNvSpPr txBox="1"/>
          <p:nvPr/>
        </p:nvSpPr>
        <p:spPr>
          <a:xfrm>
            <a:off x="391676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8A20AB-0CD7-47F8-8F37-F2097365199F}"/>
              </a:ext>
            </a:extLst>
          </p:cNvPr>
          <p:cNvSpPr txBox="1"/>
          <p:nvPr/>
        </p:nvSpPr>
        <p:spPr>
          <a:xfrm>
            <a:off x="0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4" name="Thought Bubble: Cloud 143">
            <a:extLst>
              <a:ext uri="{FF2B5EF4-FFF2-40B4-BE49-F238E27FC236}">
                <a16:creationId xmlns:a16="http://schemas.microsoft.com/office/drawing/2014/main" id="{B514EB6C-AE15-49D2-AD47-9DEA1D04885F}"/>
              </a:ext>
            </a:extLst>
          </p:cNvPr>
          <p:cNvSpPr/>
          <p:nvPr/>
        </p:nvSpPr>
        <p:spPr>
          <a:xfrm>
            <a:off x="1855794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45" name="Thought Bubble: Cloud 144">
            <a:extLst>
              <a:ext uri="{FF2B5EF4-FFF2-40B4-BE49-F238E27FC236}">
                <a16:creationId xmlns:a16="http://schemas.microsoft.com/office/drawing/2014/main" id="{C2DD3333-8839-4F6E-95FD-2DD7C8BDA17E}"/>
              </a:ext>
            </a:extLst>
          </p:cNvPr>
          <p:cNvSpPr/>
          <p:nvPr/>
        </p:nvSpPr>
        <p:spPr>
          <a:xfrm>
            <a:off x="2065977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B5FF24D5-C5B6-4633-8E8A-EE31A2277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857" y="3907984"/>
            <a:ext cx="411922" cy="560554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70D202F-301E-4DE9-B81A-77FA9C4250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4937" y="2747366"/>
            <a:ext cx="391035" cy="525585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F6CB2B4D-981F-40E8-8B36-A06CEBDEBE67}"/>
              </a:ext>
            </a:extLst>
          </p:cNvPr>
          <p:cNvSpPr txBox="1"/>
          <p:nvPr/>
        </p:nvSpPr>
        <p:spPr>
          <a:xfrm>
            <a:off x="2202945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9AFFE7-5359-4C24-8FD4-5484304F39A2}"/>
              </a:ext>
            </a:extLst>
          </p:cNvPr>
          <p:cNvSpPr txBox="1"/>
          <p:nvPr/>
        </p:nvSpPr>
        <p:spPr>
          <a:xfrm>
            <a:off x="1811269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0" name="Thought Bubble: Cloud 149">
            <a:extLst>
              <a:ext uri="{FF2B5EF4-FFF2-40B4-BE49-F238E27FC236}">
                <a16:creationId xmlns:a16="http://schemas.microsoft.com/office/drawing/2014/main" id="{BDE644F2-A705-4C52-B6CB-875CDCD588B1}"/>
              </a:ext>
            </a:extLst>
          </p:cNvPr>
          <p:cNvSpPr/>
          <p:nvPr/>
        </p:nvSpPr>
        <p:spPr>
          <a:xfrm>
            <a:off x="3663825" y="1253239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1" name="Thought Bubble: Cloud 150">
            <a:extLst>
              <a:ext uri="{FF2B5EF4-FFF2-40B4-BE49-F238E27FC236}">
                <a16:creationId xmlns:a16="http://schemas.microsoft.com/office/drawing/2014/main" id="{5710AE19-91D8-4F66-8905-110C0EB51A29}"/>
              </a:ext>
            </a:extLst>
          </p:cNvPr>
          <p:cNvSpPr/>
          <p:nvPr/>
        </p:nvSpPr>
        <p:spPr>
          <a:xfrm>
            <a:off x="3874008" y="1520228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A575B2A0-3544-4937-8C4E-97CD1172F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2888" y="3940731"/>
            <a:ext cx="411922" cy="560554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77356DF9-4DF2-4C4F-AA3C-3222A5E06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968" y="2780113"/>
            <a:ext cx="391035" cy="525585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A5675446-5E2C-403F-BA55-E7FDC413E3EB}"/>
              </a:ext>
            </a:extLst>
          </p:cNvPr>
          <p:cNvSpPr txBox="1"/>
          <p:nvPr/>
        </p:nvSpPr>
        <p:spPr>
          <a:xfrm>
            <a:off x="4010976" y="2742823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1CE00A9-BBAE-4635-BA00-58CB2A6E228C}"/>
              </a:ext>
            </a:extLst>
          </p:cNvPr>
          <p:cNvSpPr txBox="1"/>
          <p:nvPr/>
        </p:nvSpPr>
        <p:spPr>
          <a:xfrm>
            <a:off x="3619300" y="171214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56" name="Thought Bubble: Cloud 155">
            <a:extLst>
              <a:ext uri="{FF2B5EF4-FFF2-40B4-BE49-F238E27FC236}">
                <a16:creationId xmlns:a16="http://schemas.microsoft.com/office/drawing/2014/main" id="{1ABF5F24-93DF-4E82-B35F-2264E66A2EDC}"/>
              </a:ext>
            </a:extLst>
          </p:cNvPr>
          <p:cNvSpPr/>
          <p:nvPr/>
        </p:nvSpPr>
        <p:spPr>
          <a:xfrm>
            <a:off x="5520786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7" name="Thought Bubble: Cloud 156">
            <a:extLst>
              <a:ext uri="{FF2B5EF4-FFF2-40B4-BE49-F238E27FC236}">
                <a16:creationId xmlns:a16="http://schemas.microsoft.com/office/drawing/2014/main" id="{701C6282-BC3D-40B5-8FBD-02AB02CDB3B8}"/>
              </a:ext>
            </a:extLst>
          </p:cNvPr>
          <p:cNvSpPr/>
          <p:nvPr/>
        </p:nvSpPr>
        <p:spPr>
          <a:xfrm>
            <a:off x="5730969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F908D630-6CEF-4BEA-9935-55BA3465A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9849" y="3907984"/>
            <a:ext cx="411922" cy="560554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9CF36DF5-C29B-4D32-A6FA-453BB8E556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929" y="2747366"/>
            <a:ext cx="391035" cy="525585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937C1F3D-76CB-4D72-B300-3FEEA980E1CB}"/>
              </a:ext>
            </a:extLst>
          </p:cNvPr>
          <p:cNvSpPr txBox="1"/>
          <p:nvPr/>
        </p:nvSpPr>
        <p:spPr>
          <a:xfrm>
            <a:off x="5867937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8EDA2CD-0EB2-4276-9C90-ADDF05FCAA08}"/>
              </a:ext>
            </a:extLst>
          </p:cNvPr>
          <p:cNvSpPr txBox="1"/>
          <p:nvPr/>
        </p:nvSpPr>
        <p:spPr>
          <a:xfrm>
            <a:off x="5476261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8" name="Thought Bubble: Cloud 167">
            <a:extLst>
              <a:ext uri="{FF2B5EF4-FFF2-40B4-BE49-F238E27FC236}">
                <a16:creationId xmlns:a16="http://schemas.microsoft.com/office/drawing/2014/main" id="{E689E94A-8FCE-4AAE-B898-2DADE8FFBEAA}"/>
              </a:ext>
            </a:extLst>
          </p:cNvPr>
          <p:cNvSpPr/>
          <p:nvPr/>
        </p:nvSpPr>
        <p:spPr>
          <a:xfrm>
            <a:off x="7373687" y="1191220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69" name="Thought Bubble: Cloud 168">
            <a:extLst>
              <a:ext uri="{FF2B5EF4-FFF2-40B4-BE49-F238E27FC236}">
                <a16:creationId xmlns:a16="http://schemas.microsoft.com/office/drawing/2014/main" id="{C4DE0E4D-38E5-4F31-925E-3B1DFE951218}"/>
              </a:ext>
            </a:extLst>
          </p:cNvPr>
          <p:cNvSpPr/>
          <p:nvPr/>
        </p:nvSpPr>
        <p:spPr>
          <a:xfrm>
            <a:off x="7583870" y="1458209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70" name="Picture 169">
            <a:extLst>
              <a:ext uri="{FF2B5EF4-FFF2-40B4-BE49-F238E27FC236}">
                <a16:creationId xmlns:a16="http://schemas.microsoft.com/office/drawing/2014/main" id="{94824A52-46F0-4418-846A-79A980659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750" y="3878712"/>
            <a:ext cx="411922" cy="560554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D516DEC2-0A52-4EF6-BD93-936AEB4FB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2830" y="2718094"/>
            <a:ext cx="391035" cy="52558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7E5CB855-B970-44C5-B078-623813232F75}"/>
              </a:ext>
            </a:extLst>
          </p:cNvPr>
          <p:cNvSpPr txBox="1"/>
          <p:nvPr/>
        </p:nvSpPr>
        <p:spPr>
          <a:xfrm>
            <a:off x="7720838" y="2680804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719170C-C229-4AA3-8F0C-EDAA188945B7}"/>
              </a:ext>
            </a:extLst>
          </p:cNvPr>
          <p:cNvSpPr txBox="1"/>
          <p:nvPr/>
        </p:nvSpPr>
        <p:spPr>
          <a:xfrm>
            <a:off x="7329162" y="1650127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216469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6E97-9656-4B19-1B13-FD1C9680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2903-39FF-CB61-530D-5BBD0E50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8FEED-5721-4741-819A-5018BFAE9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7636"/>
            <a:ext cx="9144000" cy="450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84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5277" y="794166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4869" y="788627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2167215" y="4376037"/>
            <a:ext cx="391512" cy="598894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998FB7-BD9A-C196-AAFD-3FF84B28EA2E}"/>
              </a:ext>
            </a:extLst>
          </p:cNvPr>
          <p:cNvGrpSpPr/>
          <p:nvPr/>
        </p:nvGrpSpPr>
        <p:grpSpPr>
          <a:xfrm>
            <a:off x="616032" y="4366179"/>
            <a:ext cx="391515" cy="598895"/>
            <a:chOff x="3123272" y="2785871"/>
            <a:chExt cx="448274" cy="67627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E884FD-AD17-BAAC-6B2E-712AFEEB65E0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5F0D32-5854-4B7B-6471-A7BB741E88D9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2188400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5277" y="794166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4869" y="788627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2167215" y="4376037"/>
            <a:ext cx="391512" cy="598894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998FB7-BD9A-C196-AAFD-3FF84B28EA2E}"/>
              </a:ext>
            </a:extLst>
          </p:cNvPr>
          <p:cNvGrpSpPr/>
          <p:nvPr/>
        </p:nvGrpSpPr>
        <p:grpSpPr>
          <a:xfrm>
            <a:off x="616032" y="4366179"/>
            <a:ext cx="391515" cy="598895"/>
            <a:chOff x="3123272" y="2785871"/>
            <a:chExt cx="448274" cy="67627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E884FD-AD17-BAAC-6B2E-712AFEEB65E0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5F0D32-5854-4B7B-6471-A7BB741E88D9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132299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5277" y="794166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4869" y="788627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5BE28D-A182-24C4-57B5-27DD72C31B63}"/>
              </a:ext>
            </a:extLst>
          </p:cNvPr>
          <p:cNvGrpSpPr/>
          <p:nvPr/>
        </p:nvGrpSpPr>
        <p:grpSpPr>
          <a:xfrm flipH="1">
            <a:off x="2167215" y="4376037"/>
            <a:ext cx="391512" cy="598894"/>
            <a:chOff x="3123276" y="2785871"/>
            <a:chExt cx="448270" cy="67627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D4D69C2-3663-0221-FD6C-20CA66FFBBC9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228FC82-1055-C80F-61BF-DAF915EB3750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peek(b)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998FB7-BD9A-C196-AAFD-3FF84B28EA2E}"/>
              </a:ext>
            </a:extLst>
          </p:cNvPr>
          <p:cNvGrpSpPr/>
          <p:nvPr/>
        </p:nvGrpSpPr>
        <p:grpSpPr>
          <a:xfrm>
            <a:off x="616032" y="4366179"/>
            <a:ext cx="391515" cy="598895"/>
            <a:chOff x="3123272" y="2785871"/>
            <a:chExt cx="448274" cy="67627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E884FD-AD17-BAAC-6B2E-712AFEEB65E0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5F0D32-5854-4B7B-6471-A7BB741E88D9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2261594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B851-C0AA-1E45-4120-94D16BE7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6B2F4-8604-4681-B7C4-18923C82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038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380" y="4434483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1811269" y="1187744"/>
            <a:ext cx="17401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5467619" y="1187744"/>
            <a:ext cx="16794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44525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254708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BCF9D91-716E-4EBE-A4BC-AF94A22F96AE}"/>
              </a:ext>
            </a:extLst>
          </p:cNvPr>
          <p:cNvCxnSpPr>
            <a:cxnSpLocks/>
          </p:cNvCxnSpPr>
          <p:nvPr/>
        </p:nvCxnSpPr>
        <p:spPr>
          <a:xfrm>
            <a:off x="3633970" y="1187744"/>
            <a:ext cx="7540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0F558F3-428E-45F3-818A-D4668E8EEC5F}"/>
              </a:ext>
            </a:extLst>
          </p:cNvPr>
          <p:cNvCxnSpPr>
            <a:cxnSpLocks/>
          </p:cNvCxnSpPr>
          <p:nvPr/>
        </p:nvCxnSpPr>
        <p:spPr>
          <a:xfrm>
            <a:off x="7313859" y="1187744"/>
            <a:ext cx="1470" cy="32467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8587536-569D-4482-95D6-F8C0D3CAEC12}"/>
              </a:ext>
            </a:extLst>
          </p:cNvPr>
          <p:cNvCxnSpPr>
            <a:cxnSpLocks/>
          </p:cNvCxnSpPr>
          <p:nvPr/>
        </p:nvCxnSpPr>
        <p:spPr>
          <a:xfrm>
            <a:off x="-8560" y="1187744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C77DC37-03B0-4340-B452-301EE052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88" y="3907984"/>
            <a:ext cx="411922" cy="56055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2F99B339-FCE0-42C5-A79C-7A6CB637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" y="2747366"/>
            <a:ext cx="391035" cy="52558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AE0BADD-B8EA-4B46-9EBC-61496C734206}"/>
              </a:ext>
            </a:extLst>
          </p:cNvPr>
          <p:cNvSpPr txBox="1"/>
          <p:nvPr/>
        </p:nvSpPr>
        <p:spPr>
          <a:xfrm>
            <a:off x="391676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8A20AB-0CD7-47F8-8F37-F2097365199F}"/>
              </a:ext>
            </a:extLst>
          </p:cNvPr>
          <p:cNvSpPr txBox="1"/>
          <p:nvPr/>
        </p:nvSpPr>
        <p:spPr>
          <a:xfrm>
            <a:off x="0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4" name="Thought Bubble: Cloud 143">
            <a:extLst>
              <a:ext uri="{FF2B5EF4-FFF2-40B4-BE49-F238E27FC236}">
                <a16:creationId xmlns:a16="http://schemas.microsoft.com/office/drawing/2014/main" id="{B514EB6C-AE15-49D2-AD47-9DEA1D04885F}"/>
              </a:ext>
            </a:extLst>
          </p:cNvPr>
          <p:cNvSpPr/>
          <p:nvPr/>
        </p:nvSpPr>
        <p:spPr>
          <a:xfrm>
            <a:off x="1855794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45" name="Thought Bubble: Cloud 144">
            <a:extLst>
              <a:ext uri="{FF2B5EF4-FFF2-40B4-BE49-F238E27FC236}">
                <a16:creationId xmlns:a16="http://schemas.microsoft.com/office/drawing/2014/main" id="{C2DD3333-8839-4F6E-95FD-2DD7C8BDA17E}"/>
              </a:ext>
            </a:extLst>
          </p:cNvPr>
          <p:cNvSpPr/>
          <p:nvPr/>
        </p:nvSpPr>
        <p:spPr>
          <a:xfrm>
            <a:off x="2065977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B5FF24D5-C5B6-4633-8E8A-EE31A227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857" y="3907984"/>
            <a:ext cx="411922" cy="560554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70D202F-301E-4DE9-B81A-77FA9C42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937" y="2747366"/>
            <a:ext cx="391035" cy="525585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F6CB2B4D-981F-40E8-8B36-A06CEBDEBE67}"/>
              </a:ext>
            </a:extLst>
          </p:cNvPr>
          <p:cNvSpPr txBox="1"/>
          <p:nvPr/>
        </p:nvSpPr>
        <p:spPr>
          <a:xfrm>
            <a:off x="2202945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9AFFE7-5359-4C24-8FD4-5484304F39A2}"/>
              </a:ext>
            </a:extLst>
          </p:cNvPr>
          <p:cNvSpPr txBox="1"/>
          <p:nvPr/>
        </p:nvSpPr>
        <p:spPr>
          <a:xfrm>
            <a:off x="1811269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AU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0" name="Thought Bubble: Cloud 149">
            <a:extLst>
              <a:ext uri="{FF2B5EF4-FFF2-40B4-BE49-F238E27FC236}">
                <a16:creationId xmlns:a16="http://schemas.microsoft.com/office/drawing/2014/main" id="{BDE644F2-A705-4C52-B6CB-875CDCD588B1}"/>
              </a:ext>
            </a:extLst>
          </p:cNvPr>
          <p:cNvSpPr/>
          <p:nvPr/>
        </p:nvSpPr>
        <p:spPr>
          <a:xfrm>
            <a:off x="3663825" y="1223608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1" name="Thought Bubble: Cloud 150">
            <a:extLst>
              <a:ext uri="{FF2B5EF4-FFF2-40B4-BE49-F238E27FC236}">
                <a16:creationId xmlns:a16="http://schemas.microsoft.com/office/drawing/2014/main" id="{5710AE19-91D8-4F66-8905-110C0EB51A29}"/>
              </a:ext>
            </a:extLst>
          </p:cNvPr>
          <p:cNvSpPr/>
          <p:nvPr/>
        </p:nvSpPr>
        <p:spPr>
          <a:xfrm>
            <a:off x="3874008" y="1490597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77356DF9-4DF2-4C4F-AA3C-3222A5E0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68" y="2750482"/>
            <a:ext cx="391035" cy="525585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A5675446-5E2C-403F-BA55-E7FDC413E3EB}"/>
              </a:ext>
            </a:extLst>
          </p:cNvPr>
          <p:cNvSpPr txBox="1"/>
          <p:nvPr/>
        </p:nvSpPr>
        <p:spPr>
          <a:xfrm>
            <a:off x="4012540" y="2700090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1CE00A9-BBAE-4635-BA00-58CB2A6E228C}"/>
              </a:ext>
            </a:extLst>
          </p:cNvPr>
          <p:cNvSpPr txBox="1"/>
          <p:nvPr/>
        </p:nvSpPr>
        <p:spPr>
          <a:xfrm>
            <a:off x="3619300" y="171214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sz="1050" dirty="0">
              <a:solidFill>
                <a:schemeClr val="tx1"/>
              </a:solidFill>
            </a:endParaRP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peekinga</a:t>
            </a:r>
            <a:r>
              <a:rPr lang="en-AU" sz="1050" b="1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56" name="Thought Bubble: Cloud 155">
            <a:extLst>
              <a:ext uri="{FF2B5EF4-FFF2-40B4-BE49-F238E27FC236}">
                <a16:creationId xmlns:a16="http://schemas.microsoft.com/office/drawing/2014/main" id="{1ABF5F24-93DF-4E82-B35F-2264E66A2EDC}"/>
              </a:ext>
            </a:extLst>
          </p:cNvPr>
          <p:cNvSpPr/>
          <p:nvPr/>
        </p:nvSpPr>
        <p:spPr>
          <a:xfrm>
            <a:off x="5520786" y="1220492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7" name="Thought Bubble: Cloud 156">
            <a:extLst>
              <a:ext uri="{FF2B5EF4-FFF2-40B4-BE49-F238E27FC236}">
                <a16:creationId xmlns:a16="http://schemas.microsoft.com/office/drawing/2014/main" id="{701C6282-BC3D-40B5-8FBD-02AB02CDB3B8}"/>
              </a:ext>
            </a:extLst>
          </p:cNvPr>
          <p:cNvSpPr/>
          <p:nvPr/>
        </p:nvSpPr>
        <p:spPr>
          <a:xfrm>
            <a:off x="5730969" y="1487481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9CF36DF5-C29B-4D32-A6FA-453BB8E55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29" y="2747366"/>
            <a:ext cx="391035" cy="525585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937C1F3D-76CB-4D72-B300-3FEEA980E1CB}"/>
              </a:ext>
            </a:extLst>
          </p:cNvPr>
          <p:cNvSpPr txBox="1"/>
          <p:nvPr/>
        </p:nvSpPr>
        <p:spPr>
          <a:xfrm>
            <a:off x="5867937" y="2710076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 err="1">
                <a:solidFill>
                  <a:schemeClr val="tx1"/>
                </a:solidFill>
              </a:rPr>
              <a:t>peekingb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8EDA2CD-0EB2-4276-9C90-ADDF05FCAA08}"/>
              </a:ext>
            </a:extLst>
          </p:cNvPr>
          <p:cNvSpPr txBox="1"/>
          <p:nvPr/>
        </p:nvSpPr>
        <p:spPr>
          <a:xfrm>
            <a:off x="5476261" y="1679399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Ba </a:t>
            </a:r>
            <a:r>
              <a:rPr lang="en-AU" sz="1050" b="1" dirty="0" err="1">
                <a:solidFill>
                  <a:schemeClr val="tx1"/>
                </a:solidFill>
              </a:rPr>
              <a:t>peekingb</a:t>
            </a:r>
            <a:r>
              <a:rPr lang="en-AU" sz="1050" b="1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68" name="Thought Bubble: Cloud 167">
            <a:extLst>
              <a:ext uri="{FF2B5EF4-FFF2-40B4-BE49-F238E27FC236}">
                <a16:creationId xmlns:a16="http://schemas.microsoft.com/office/drawing/2014/main" id="{E689E94A-8FCE-4AAE-B898-2DADE8FFBEAA}"/>
              </a:ext>
            </a:extLst>
          </p:cNvPr>
          <p:cNvSpPr/>
          <p:nvPr/>
        </p:nvSpPr>
        <p:spPr>
          <a:xfrm>
            <a:off x="7373687" y="1203919"/>
            <a:ext cx="1751053" cy="2546211"/>
          </a:xfrm>
          <a:prstGeom prst="cloudCallout">
            <a:avLst>
              <a:gd name="adj1" fmla="val 30463"/>
              <a:gd name="adj2" fmla="val 54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69" name="Thought Bubble: Cloud 168">
            <a:extLst>
              <a:ext uri="{FF2B5EF4-FFF2-40B4-BE49-F238E27FC236}">
                <a16:creationId xmlns:a16="http://schemas.microsoft.com/office/drawing/2014/main" id="{C4DE0E4D-38E5-4F31-925E-3B1DFE951218}"/>
              </a:ext>
            </a:extLst>
          </p:cNvPr>
          <p:cNvSpPr/>
          <p:nvPr/>
        </p:nvSpPr>
        <p:spPr>
          <a:xfrm>
            <a:off x="7583870" y="1470908"/>
            <a:ext cx="1460819" cy="1203049"/>
          </a:xfrm>
          <a:prstGeom prst="cloudCallout">
            <a:avLst>
              <a:gd name="adj1" fmla="val -37522"/>
              <a:gd name="adj2" fmla="val 549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516DEC2-0A52-4EF6-BD93-936AEB4FB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830" y="2730793"/>
            <a:ext cx="391035" cy="525585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7E5CB855-B970-44C5-B078-623813232F75}"/>
              </a:ext>
            </a:extLst>
          </p:cNvPr>
          <p:cNvSpPr txBox="1"/>
          <p:nvPr/>
        </p:nvSpPr>
        <p:spPr>
          <a:xfrm>
            <a:off x="7720838" y="2693503"/>
            <a:ext cx="118375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Bb </a:t>
            </a:r>
            <a:r>
              <a:rPr lang="en-AU" sz="1050" b="1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719170C-C229-4AA3-8F0C-EDAA188945B7}"/>
              </a:ext>
            </a:extLst>
          </p:cNvPr>
          <p:cNvSpPr txBox="1"/>
          <p:nvPr/>
        </p:nvSpPr>
        <p:spPr>
          <a:xfrm>
            <a:off x="7329162" y="1662826"/>
            <a:ext cx="18483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peekinga</a:t>
            </a:r>
            <a:r>
              <a:rPr lang="en-AU" sz="105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Bb Ba </a:t>
            </a:r>
            <a:r>
              <a:rPr lang="en-AU" sz="1050" dirty="0" err="1">
                <a:solidFill>
                  <a:schemeClr val="tx1"/>
                </a:solidFill>
              </a:rPr>
              <a:t>peekingb</a:t>
            </a:r>
            <a:r>
              <a:rPr lang="en-AU" sz="105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FDA345-B315-4838-9912-85D7A0C18B14}"/>
              </a:ext>
            </a:extLst>
          </p:cNvPr>
          <p:cNvSpPr txBox="1"/>
          <p:nvPr/>
        </p:nvSpPr>
        <p:spPr>
          <a:xfrm>
            <a:off x="-31872" y="1158920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1D8CD8F-DB6F-439A-9F31-09C0A4D4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35" y="3907984"/>
            <a:ext cx="391035" cy="5255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1CAD5-651F-41C3-B2D2-319E09589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63" y="3805590"/>
            <a:ext cx="489301" cy="64513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4D8DC40-3052-4FF2-B384-5B332BF25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49" y="3788439"/>
            <a:ext cx="489301" cy="64513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C4128B7-2A35-454E-92DB-1D76981C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55" y="3802694"/>
            <a:ext cx="489301" cy="645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653B8A-D56B-4139-9892-633CF0124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577" y="3785921"/>
            <a:ext cx="493120" cy="6501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5C2D31-9B6C-40AB-936E-D9913400D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476" y="3940731"/>
            <a:ext cx="391088" cy="5301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2333826F-BFF3-46AC-BCC7-13253204A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07" y="3898644"/>
            <a:ext cx="391035" cy="52558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04C0719-0F5F-433B-915E-61AD341E8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995" y="3791841"/>
            <a:ext cx="489301" cy="64513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1296B122-701C-46AD-8126-6E92E88FA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473" y="3872572"/>
            <a:ext cx="391035" cy="52558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5561FBE-AC6D-473C-B337-2BA8A76BF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695" y="3940504"/>
            <a:ext cx="357785" cy="54540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5ABDB2A-5ED1-4B2D-9A29-1920DE527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610" y="3952509"/>
            <a:ext cx="357785" cy="545404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F3957F89-55FC-4B22-A690-8BD45EE197E2}"/>
              </a:ext>
            </a:extLst>
          </p:cNvPr>
          <p:cNvSpPr txBox="1"/>
          <p:nvPr/>
        </p:nvSpPr>
        <p:spPr>
          <a:xfrm>
            <a:off x="1844587" y="1158396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1</a:t>
            </a:r>
            <a:endParaRPr lang="en-AU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C4994B7-54CC-4BB2-80D5-002936560E41}"/>
              </a:ext>
            </a:extLst>
          </p:cNvPr>
          <p:cNvSpPr txBox="1"/>
          <p:nvPr/>
        </p:nvSpPr>
        <p:spPr>
          <a:xfrm>
            <a:off x="3633970" y="1158920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2</a:t>
            </a:r>
            <a:endParaRPr lang="en-AU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BD1AE44-0068-44B7-BC6B-DAA5D46C5E00}"/>
              </a:ext>
            </a:extLst>
          </p:cNvPr>
          <p:cNvSpPr txBox="1"/>
          <p:nvPr/>
        </p:nvSpPr>
        <p:spPr>
          <a:xfrm>
            <a:off x="5506762" y="1147866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3</a:t>
            </a:r>
            <a:endParaRPr lang="en-AU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B0144D4-F5F8-40EC-977C-C5D78D62CD3A}"/>
              </a:ext>
            </a:extLst>
          </p:cNvPr>
          <p:cNvSpPr txBox="1"/>
          <p:nvPr/>
        </p:nvSpPr>
        <p:spPr>
          <a:xfrm>
            <a:off x="7313859" y="115522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4</a:t>
            </a:r>
            <a:endParaRPr lang="en-AU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6C6CE66-4D08-460B-9E78-05201D1FB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543" y="3922239"/>
            <a:ext cx="391035" cy="52558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38A087C-36A4-40F2-9B3F-C650536B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730" y="3907697"/>
            <a:ext cx="411922" cy="56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A119-F60E-42CD-94EB-6914CADE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A322B03-E28C-4770-9190-FB9E356A5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647" y="2330853"/>
            <a:ext cx="7886700" cy="2891430"/>
          </a:xfrm>
        </p:spPr>
      </p:pic>
    </p:spTree>
    <p:extLst>
      <p:ext uri="{BB962C8B-B14F-4D97-AF65-F5344CB8AC3E}">
        <p14:creationId xmlns:p14="http://schemas.microsoft.com/office/powerpoint/2010/main" val="727444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3314" y="794567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2163" y="789669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</a:t>
            </a:r>
            <a:r>
              <a:rPr lang="en-US" altLang="zh-CN" dirty="0"/>
              <a:t>peek(b)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Ba coin=head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Ba coin=head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coin=tail</a:t>
            </a:r>
          </a:p>
          <a:p>
            <a:pPr algn="ctr"/>
            <a:r>
              <a:rPr lang="en-AU" sz="1400" dirty="0">
                <a:solidFill>
                  <a:schemeClr val="tx1"/>
                </a:solidFill>
              </a:rPr>
              <a:t>Bb Ba coin=head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EAA05E6-34E3-D7AD-BAE8-D71F62213D73}"/>
              </a:ext>
            </a:extLst>
          </p:cNvPr>
          <p:cNvGrpSpPr/>
          <p:nvPr/>
        </p:nvGrpSpPr>
        <p:grpSpPr>
          <a:xfrm>
            <a:off x="632011" y="4304688"/>
            <a:ext cx="300609" cy="674809"/>
            <a:chOff x="5303127" y="2535583"/>
            <a:chExt cx="344189" cy="762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285DBF1-3F20-5CA1-CF69-7F0616B56A7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BFAA764-2705-BC0A-991F-093B4651931B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79BEE6-0A5A-1BD1-6C41-7ECF6DF3A547}"/>
              </a:ext>
            </a:extLst>
          </p:cNvPr>
          <p:cNvGrpSpPr/>
          <p:nvPr/>
        </p:nvGrpSpPr>
        <p:grpSpPr>
          <a:xfrm>
            <a:off x="2229096" y="4302632"/>
            <a:ext cx="300609" cy="674809"/>
            <a:chOff x="5303127" y="2535583"/>
            <a:chExt cx="344189" cy="762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475B4B-CAA2-86C5-6CFA-05FB172CDAEE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3602C1-7740-77EA-7B3D-23C7D95CFDA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354002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hought Bubble: Cloud 36">
            <a:extLst>
              <a:ext uri="{FF2B5EF4-FFF2-40B4-BE49-F238E27FC236}">
                <a16:creationId xmlns:a16="http://schemas.microsoft.com/office/drawing/2014/main" id="{0F43F56E-F108-A9D0-45E3-AF1068C6DB56}"/>
              </a:ext>
            </a:extLst>
          </p:cNvPr>
          <p:cNvSpPr/>
          <p:nvPr/>
        </p:nvSpPr>
        <p:spPr>
          <a:xfrm flipH="1">
            <a:off x="2183408" y="782334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34" name="Thought Bubble: Cloud 33">
            <a:extLst>
              <a:ext uri="{FF2B5EF4-FFF2-40B4-BE49-F238E27FC236}">
                <a16:creationId xmlns:a16="http://schemas.microsoft.com/office/drawing/2014/main" id="{5A067B2E-FEA5-AD20-912C-38FE7342E20A}"/>
              </a:ext>
            </a:extLst>
          </p:cNvPr>
          <p:cNvSpPr/>
          <p:nvPr/>
        </p:nvSpPr>
        <p:spPr>
          <a:xfrm>
            <a:off x="24709" y="794288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06CBE6-5278-AB92-E05E-9B116C2C4FE2}"/>
              </a:ext>
            </a:extLst>
          </p:cNvPr>
          <p:cNvGrpSpPr/>
          <p:nvPr/>
        </p:nvGrpSpPr>
        <p:grpSpPr>
          <a:xfrm>
            <a:off x="432339" y="1925663"/>
            <a:ext cx="229245" cy="472585"/>
            <a:chOff x="5303127" y="2535583"/>
            <a:chExt cx="344189" cy="7620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3704E4-E668-63C0-E589-D82876A8AC9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F8D2841-C7FE-672B-FAFB-40695375C23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F048EE-3CB6-ACC4-F629-BFABD6DBBF7B}"/>
              </a:ext>
            </a:extLst>
          </p:cNvPr>
          <p:cNvGrpSpPr/>
          <p:nvPr/>
        </p:nvGrpSpPr>
        <p:grpSpPr>
          <a:xfrm>
            <a:off x="3787075" y="1852108"/>
            <a:ext cx="229245" cy="472585"/>
            <a:chOff x="5303127" y="2535583"/>
            <a:chExt cx="344189" cy="762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F25030-506D-BE47-3028-5238ED5253E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C9A4ED-0B74-D337-61CE-C754C3D69653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EB3959-8DB6-CFB3-4AE2-F4B345C66721}"/>
              </a:ext>
            </a:extLst>
          </p:cNvPr>
          <p:cNvGrpSpPr/>
          <p:nvPr/>
        </p:nvGrpSpPr>
        <p:grpSpPr>
          <a:xfrm>
            <a:off x="291240" y="938452"/>
            <a:ext cx="1392102" cy="570291"/>
            <a:chOff x="546962" y="911815"/>
            <a:chExt cx="1454902" cy="53856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11944A-E10C-4891-149E-5C82A502E03F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DD0A98-1DBC-6B56-3148-A5D0B9CD8230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C02BBC8-18C5-296C-8A9E-67AE91E36BE7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26F9BD-A69D-1DE1-C0B9-035DC4F2480D}"/>
              </a:ext>
            </a:extLst>
          </p:cNvPr>
          <p:cNvGrpSpPr/>
          <p:nvPr/>
        </p:nvGrpSpPr>
        <p:grpSpPr>
          <a:xfrm>
            <a:off x="2672839" y="954313"/>
            <a:ext cx="1228859" cy="538567"/>
            <a:chOff x="2347375" y="938452"/>
            <a:chExt cx="1454902" cy="53856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2F53C7-6A7B-AC6F-9A0B-0AC9B3411459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14CE09-BB03-6107-3BA9-7A945DB515B3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390887B-0119-21AC-F343-6316CAA453E4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018776-6E04-989E-9113-612F0CC58769}"/>
              </a:ext>
            </a:extLst>
          </p:cNvPr>
          <p:cNvGrpSpPr/>
          <p:nvPr/>
        </p:nvGrpSpPr>
        <p:grpSpPr>
          <a:xfrm>
            <a:off x="1288135" y="104612"/>
            <a:ext cx="2138282" cy="538567"/>
            <a:chOff x="1288135" y="104612"/>
            <a:chExt cx="2138282" cy="5385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6CED3B-1B25-B649-C1BE-957B1ECA4657}"/>
                </a:ext>
              </a:extLst>
            </p:cNvPr>
            <p:cNvSpPr/>
            <p:nvPr/>
          </p:nvSpPr>
          <p:spPr>
            <a:xfrm>
              <a:off x="1576308" y="10461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90F56E-7F90-C481-B46A-0E822FB3CE05}"/>
                </a:ext>
              </a:extLst>
            </p:cNvPr>
            <p:cNvSpPr/>
            <p:nvPr/>
          </p:nvSpPr>
          <p:spPr>
            <a:xfrm>
              <a:off x="2379636" y="10461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4E429D74-E9A3-13A6-2A55-1C7897B7DD31}"/>
                </a:ext>
              </a:extLst>
            </p:cNvPr>
            <p:cNvSpPr/>
            <p:nvPr/>
          </p:nvSpPr>
          <p:spPr>
            <a:xfrm>
              <a:off x="2225461" y="24990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A7118A-9604-28A1-8856-F7D41A005CEB}"/>
                </a:ext>
              </a:extLst>
            </p:cNvPr>
            <p:cNvSpPr txBox="1"/>
            <p:nvPr/>
          </p:nvSpPr>
          <p:spPr>
            <a:xfrm>
              <a:off x="1288135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0</a:t>
              </a:r>
              <a:endParaRPr lang="en-A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B450F7-3B0B-9396-3D5B-192D59EE347B}"/>
                </a:ext>
              </a:extLst>
            </p:cNvPr>
            <p:cNvSpPr txBox="1"/>
            <p:nvPr/>
          </p:nvSpPr>
          <p:spPr>
            <a:xfrm>
              <a:off x="3031210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1</a:t>
              </a:r>
              <a:endParaRPr lang="en-AU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63F0AC7-6625-1FAF-ECA1-41F056595D1B}"/>
              </a:ext>
            </a:extLst>
          </p:cNvPr>
          <p:cNvSpPr txBox="1"/>
          <p:nvPr/>
        </p:nvSpPr>
        <p:spPr>
          <a:xfrm>
            <a:off x="591911" y="2099905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7CC59A-9332-0F04-C51D-64BC4CF92A2A}"/>
              </a:ext>
            </a:extLst>
          </p:cNvPr>
          <p:cNvSpPr txBox="1"/>
          <p:nvPr/>
        </p:nvSpPr>
        <p:spPr>
          <a:xfrm>
            <a:off x="3960118" y="2036854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C8CBC4F0-F529-43C6-F137-A7F6DF6CDA1B}"/>
              </a:ext>
            </a:extLst>
          </p:cNvPr>
          <p:cNvSpPr/>
          <p:nvPr/>
        </p:nvSpPr>
        <p:spPr>
          <a:xfrm>
            <a:off x="1175691" y="1810156"/>
            <a:ext cx="2386103" cy="410593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“communication”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25292959-54D5-B5F9-D2F1-8288FF6E1B51}"/>
              </a:ext>
            </a:extLst>
          </p:cNvPr>
          <p:cNvSpPr/>
          <p:nvPr/>
        </p:nvSpPr>
        <p:spPr>
          <a:xfrm>
            <a:off x="1868916" y="2162259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Thought Bubble: Cloud 53">
            <a:extLst>
              <a:ext uri="{FF2B5EF4-FFF2-40B4-BE49-F238E27FC236}">
                <a16:creationId xmlns:a16="http://schemas.microsoft.com/office/drawing/2014/main" id="{3B9A6B7D-105C-A2F6-78E3-C96558390B75}"/>
              </a:ext>
            </a:extLst>
          </p:cNvPr>
          <p:cNvSpPr/>
          <p:nvPr/>
        </p:nvSpPr>
        <p:spPr>
          <a:xfrm flipH="1" flipV="1">
            <a:off x="2305952" y="2620036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55" name="Thought Bubble: Cloud 54">
            <a:extLst>
              <a:ext uri="{FF2B5EF4-FFF2-40B4-BE49-F238E27FC236}">
                <a16:creationId xmlns:a16="http://schemas.microsoft.com/office/drawing/2014/main" id="{B8D08FF1-40AC-6208-8DC6-319AF61E7455}"/>
              </a:ext>
            </a:extLst>
          </p:cNvPr>
          <p:cNvSpPr/>
          <p:nvPr/>
        </p:nvSpPr>
        <p:spPr>
          <a:xfrm flipV="1">
            <a:off x="86965" y="2606942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AC7264D-2486-AAA5-C637-E15537282403}"/>
              </a:ext>
            </a:extLst>
          </p:cNvPr>
          <p:cNvGrpSpPr/>
          <p:nvPr/>
        </p:nvGrpSpPr>
        <p:grpSpPr>
          <a:xfrm>
            <a:off x="369349" y="2810467"/>
            <a:ext cx="1392102" cy="570291"/>
            <a:chOff x="546962" y="911815"/>
            <a:chExt cx="1454902" cy="53856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E650B5E-607E-3D4E-DA57-4D321012FAE4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1E4D748-B7B8-A719-DFD7-9957D73C9781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2BD092C-A21E-0C9E-5AD9-136A8A43773C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76FA16-8849-310D-7882-D4DF3F60FBB4}"/>
              </a:ext>
            </a:extLst>
          </p:cNvPr>
          <p:cNvGrpSpPr/>
          <p:nvPr/>
        </p:nvGrpSpPr>
        <p:grpSpPr>
          <a:xfrm>
            <a:off x="2820212" y="2810467"/>
            <a:ext cx="1228859" cy="538567"/>
            <a:chOff x="2347375" y="938452"/>
            <a:chExt cx="1454902" cy="53856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924AABD-916F-8B2B-CE77-2D3802E9DBD1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06DF69-529A-1312-E125-9901AF2AD430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711FB6B9-6E7B-2B94-EA58-038A097460DA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8ADDDD9-5A91-E82E-A5B8-90735423E41A}"/>
              </a:ext>
            </a:extLst>
          </p:cNvPr>
          <p:cNvSpPr/>
          <p:nvPr/>
        </p:nvSpPr>
        <p:spPr>
          <a:xfrm>
            <a:off x="0" y="2421505"/>
            <a:ext cx="4479010" cy="126709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7423EC-3C47-1BAE-A5DB-59B6D5EA82D4}"/>
              </a:ext>
            </a:extLst>
          </p:cNvPr>
          <p:cNvSpPr txBox="1"/>
          <p:nvPr/>
        </p:nvSpPr>
        <p:spPr>
          <a:xfrm>
            <a:off x="1263422" y="2388460"/>
            <a:ext cx="2523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1"/>
                </a:solidFill>
              </a:rPr>
              <a:t>Distributed Perspectives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F3773E2-5415-2E2A-69E6-058460248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248" y="2036854"/>
            <a:ext cx="45466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4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hought Bubble: Cloud 36">
            <a:extLst>
              <a:ext uri="{FF2B5EF4-FFF2-40B4-BE49-F238E27FC236}">
                <a16:creationId xmlns:a16="http://schemas.microsoft.com/office/drawing/2014/main" id="{0F43F56E-F108-A9D0-45E3-AF1068C6DB56}"/>
              </a:ext>
            </a:extLst>
          </p:cNvPr>
          <p:cNvSpPr/>
          <p:nvPr/>
        </p:nvSpPr>
        <p:spPr>
          <a:xfrm flipH="1">
            <a:off x="2183408" y="782334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34" name="Thought Bubble: Cloud 33">
            <a:extLst>
              <a:ext uri="{FF2B5EF4-FFF2-40B4-BE49-F238E27FC236}">
                <a16:creationId xmlns:a16="http://schemas.microsoft.com/office/drawing/2014/main" id="{5A067B2E-FEA5-AD20-912C-38FE7342E20A}"/>
              </a:ext>
            </a:extLst>
          </p:cNvPr>
          <p:cNvSpPr/>
          <p:nvPr/>
        </p:nvSpPr>
        <p:spPr>
          <a:xfrm>
            <a:off x="24709" y="794288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06CBE6-5278-AB92-E05E-9B116C2C4FE2}"/>
              </a:ext>
            </a:extLst>
          </p:cNvPr>
          <p:cNvGrpSpPr/>
          <p:nvPr/>
        </p:nvGrpSpPr>
        <p:grpSpPr>
          <a:xfrm>
            <a:off x="432339" y="1925663"/>
            <a:ext cx="229245" cy="472585"/>
            <a:chOff x="5303127" y="2535583"/>
            <a:chExt cx="344189" cy="7620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3704E4-E668-63C0-E589-D82876A8AC9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F8D2841-C7FE-672B-FAFB-40695375C23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F048EE-3CB6-ACC4-F629-BFABD6DBBF7B}"/>
              </a:ext>
            </a:extLst>
          </p:cNvPr>
          <p:cNvGrpSpPr/>
          <p:nvPr/>
        </p:nvGrpSpPr>
        <p:grpSpPr>
          <a:xfrm>
            <a:off x="3787075" y="1852108"/>
            <a:ext cx="229245" cy="472585"/>
            <a:chOff x="5303127" y="2535583"/>
            <a:chExt cx="344189" cy="762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F25030-506D-BE47-3028-5238ED5253E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C9A4ED-0B74-D337-61CE-C754C3D69653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EB3959-8DB6-CFB3-4AE2-F4B345C66721}"/>
              </a:ext>
            </a:extLst>
          </p:cNvPr>
          <p:cNvGrpSpPr/>
          <p:nvPr/>
        </p:nvGrpSpPr>
        <p:grpSpPr>
          <a:xfrm>
            <a:off x="291240" y="938452"/>
            <a:ext cx="1392102" cy="570291"/>
            <a:chOff x="546962" y="911815"/>
            <a:chExt cx="1454902" cy="53856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11944A-E10C-4891-149E-5C82A502E03F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DD0A98-1DBC-6B56-3148-A5D0B9CD8230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C02BBC8-18C5-296C-8A9E-67AE91E36BE7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26F9BD-A69D-1DE1-C0B9-035DC4F2480D}"/>
              </a:ext>
            </a:extLst>
          </p:cNvPr>
          <p:cNvGrpSpPr/>
          <p:nvPr/>
        </p:nvGrpSpPr>
        <p:grpSpPr>
          <a:xfrm>
            <a:off x="2672839" y="954313"/>
            <a:ext cx="1228859" cy="538567"/>
            <a:chOff x="2347375" y="938452"/>
            <a:chExt cx="1454902" cy="53856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2F53C7-6A7B-AC6F-9A0B-0AC9B3411459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14CE09-BB03-6107-3BA9-7A945DB515B3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390887B-0119-21AC-F343-6316CAA453E4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018776-6E04-989E-9113-612F0CC58769}"/>
              </a:ext>
            </a:extLst>
          </p:cNvPr>
          <p:cNvGrpSpPr/>
          <p:nvPr/>
        </p:nvGrpSpPr>
        <p:grpSpPr>
          <a:xfrm>
            <a:off x="1288135" y="104612"/>
            <a:ext cx="2138282" cy="538567"/>
            <a:chOff x="1288135" y="104612"/>
            <a:chExt cx="2138282" cy="5385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6CED3B-1B25-B649-C1BE-957B1ECA4657}"/>
                </a:ext>
              </a:extLst>
            </p:cNvPr>
            <p:cNvSpPr/>
            <p:nvPr/>
          </p:nvSpPr>
          <p:spPr>
            <a:xfrm>
              <a:off x="1576308" y="10461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90F56E-7F90-C481-B46A-0E822FB3CE05}"/>
                </a:ext>
              </a:extLst>
            </p:cNvPr>
            <p:cNvSpPr/>
            <p:nvPr/>
          </p:nvSpPr>
          <p:spPr>
            <a:xfrm>
              <a:off x="2379636" y="10461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4E429D74-E9A3-13A6-2A55-1C7897B7DD31}"/>
                </a:ext>
              </a:extLst>
            </p:cNvPr>
            <p:cNvSpPr/>
            <p:nvPr/>
          </p:nvSpPr>
          <p:spPr>
            <a:xfrm>
              <a:off x="2225461" y="24990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A7118A-9604-28A1-8856-F7D41A005CEB}"/>
                </a:ext>
              </a:extLst>
            </p:cNvPr>
            <p:cNvSpPr txBox="1"/>
            <p:nvPr/>
          </p:nvSpPr>
          <p:spPr>
            <a:xfrm>
              <a:off x="1288135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0</a:t>
              </a:r>
              <a:endParaRPr lang="en-A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B450F7-3B0B-9396-3D5B-192D59EE347B}"/>
                </a:ext>
              </a:extLst>
            </p:cNvPr>
            <p:cNvSpPr txBox="1"/>
            <p:nvPr/>
          </p:nvSpPr>
          <p:spPr>
            <a:xfrm>
              <a:off x="3031210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1</a:t>
              </a:r>
              <a:endParaRPr lang="en-AU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63F0AC7-6625-1FAF-ECA1-41F056595D1B}"/>
              </a:ext>
            </a:extLst>
          </p:cNvPr>
          <p:cNvSpPr txBox="1"/>
          <p:nvPr/>
        </p:nvSpPr>
        <p:spPr>
          <a:xfrm>
            <a:off x="591911" y="2099905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7CC59A-9332-0F04-C51D-64BC4CF92A2A}"/>
              </a:ext>
            </a:extLst>
          </p:cNvPr>
          <p:cNvSpPr txBox="1"/>
          <p:nvPr/>
        </p:nvSpPr>
        <p:spPr>
          <a:xfrm>
            <a:off x="3960118" y="2036854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C8CBC4F0-F529-43C6-F137-A7F6DF6CDA1B}"/>
              </a:ext>
            </a:extLst>
          </p:cNvPr>
          <p:cNvSpPr/>
          <p:nvPr/>
        </p:nvSpPr>
        <p:spPr>
          <a:xfrm>
            <a:off x="1175691" y="1810156"/>
            <a:ext cx="2386103" cy="410593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“communication”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25292959-54D5-B5F9-D2F1-8288FF6E1B51}"/>
              </a:ext>
            </a:extLst>
          </p:cNvPr>
          <p:cNvSpPr/>
          <p:nvPr/>
        </p:nvSpPr>
        <p:spPr>
          <a:xfrm>
            <a:off x="1868916" y="2162259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Thought Bubble: Cloud 53">
            <a:extLst>
              <a:ext uri="{FF2B5EF4-FFF2-40B4-BE49-F238E27FC236}">
                <a16:creationId xmlns:a16="http://schemas.microsoft.com/office/drawing/2014/main" id="{3B9A6B7D-105C-A2F6-78E3-C96558390B75}"/>
              </a:ext>
            </a:extLst>
          </p:cNvPr>
          <p:cNvSpPr/>
          <p:nvPr/>
        </p:nvSpPr>
        <p:spPr>
          <a:xfrm flipH="1" flipV="1">
            <a:off x="2305952" y="2620036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55" name="Thought Bubble: Cloud 54">
            <a:extLst>
              <a:ext uri="{FF2B5EF4-FFF2-40B4-BE49-F238E27FC236}">
                <a16:creationId xmlns:a16="http://schemas.microsoft.com/office/drawing/2014/main" id="{B8D08FF1-40AC-6208-8DC6-319AF61E7455}"/>
              </a:ext>
            </a:extLst>
          </p:cNvPr>
          <p:cNvSpPr/>
          <p:nvPr/>
        </p:nvSpPr>
        <p:spPr>
          <a:xfrm flipV="1">
            <a:off x="86965" y="2606942"/>
            <a:ext cx="2090810" cy="93061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AC7264D-2486-AAA5-C637-E15537282403}"/>
              </a:ext>
            </a:extLst>
          </p:cNvPr>
          <p:cNvGrpSpPr/>
          <p:nvPr/>
        </p:nvGrpSpPr>
        <p:grpSpPr>
          <a:xfrm>
            <a:off x="369349" y="2810467"/>
            <a:ext cx="1392102" cy="570291"/>
            <a:chOff x="546962" y="911815"/>
            <a:chExt cx="1454902" cy="53856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E650B5E-607E-3D4E-DA57-4D321012FAE4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1E4D748-B7B8-A719-DFD7-9957D73C9781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2BD092C-A21E-0C9E-5AD9-136A8A43773C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76FA16-8849-310D-7882-D4DF3F60FBB4}"/>
              </a:ext>
            </a:extLst>
          </p:cNvPr>
          <p:cNvGrpSpPr/>
          <p:nvPr/>
        </p:nvGrpSpPr>
        <p:grpSpPr>
          <a:xfrm>
            <a:off x="2820212" y="2810467"/>
            <a:ext cx="1228859" cy="538567"/>
            <a:chOff x="2347375" y="938452"/>
            <a:chExt cx="1454902" cy="53856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924AABD-916F-8B2B-CE77-2D3802E9DBD1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06DF69-529A-1312-E125-9901AF2AD430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711FB6B9-6E7B-2B94-EA58-038A097460DA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8ADDDD9-5A91-E82E-A5B8-90735423E41A}"/>
              </a:ext>
            </a:extLst>
          </p:cNvPr>
          <p:cNvSpPr/>
          <p:nvPr/>
        </p:nvSpPr>
        <p:spPr>
          <a:xfrm>
            <a:off x="0" y="2421505"/>
            <a:ext cx="4479010" cy="126709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7423EC-3C47-1BAE-A5DB-59B6D5EA82D4}"/>
              </a:ext>
            </a:extLst>
          </p:cNvPr>
          <p:cNvSpPr txBox="1"/>
          <p:nvPr/>
        </p:nvSpPr>
        <p:spPr>
          <a:xfrm>
            <a:off x="1263422" y="2388460"/>
            <a:ext cx="2523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1"/>
                </a:solidFill>
              </a:rPr>
              <a:t>Distributed Perspectives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FFBEB-A115-3F86-1779-BEC6789D8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1574800"/>
            <a:ext cx="45466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3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hought Bubble: Cloud 118">
            <a:extLst>
              <a:ext uri="{FF2B5EF4-FFF2-40B4-BE49-F238E27FC236}">
                <a16:creationId xmlns:a16="http://schemas.microsoft.com/office/drawing/2014/main" id="{CB08A613-9F1D-47E4-7B9D-15132F0E246B}"/>
              </a:ext>
            </a:extLst>
          </p:cNvPr>
          <p:cNvSpPr/>
          <p:nvPr/>
        </p:nvSpPr>
        <p:spPr>
          <a:xfrm flipV="1">
            <a:off x="305361" y="3050217"/>
            <a:ext cx="2090810" cy="893006"/>
          </a:xfrm>
          <a:prstGeom prst="cloudCallout">
            <a:avLst>
              <a:gd name="adj1" fmla="val 13450"/>
              <a:gd name="adj2" fmla="val 632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37" name="Thought Bubble: Cloud 36">
            <a:extLst>
              <a:ext uri="{FF2B5EF4-FFF2-40B4-BE49-F238E27FC236}">
                <a16:creationId xmlns:a16="http://schemas.microsoft.com/office/drawing/2014/main" id="{0F43F56E-F108-A9D0-45E3-AF1068C6DB56}"/>
              </a:ext>
            </a:extLst>
          </p:cNvPr>
          <p:cNvSpPr/>
          <p:nvPr/>
        </p:nvSpPr>
        <p:spPr>
          <a:xfrm flipH="1">
            <a:off x="2356499" y="570259"/>
            <a:ext cx="2090810" cy="930619"/>
          </a:xfrm>
          <a:prstGeom prst="cloudCallout">
            <a:avLst>
              <a:gd name="adj1" fmla="val -23242"/>
              <a:gd name="adj2" fmla="val 5250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34" name="Thought Bubble: Cloud 33">
            <a:extLst>
              <a:ext uri="{FF2B5EF4-FFF2-40B4-BE49-F238E27FC236}">
                <a16:creationId xmlns:a16="http://schemas.microsoft.com/office/drawing/2014/main" id="{5A067B2E-FEA5-AD20-912C-38FE7342E20A}"/>
              </a:ext>
            </a:extLst>
          </p:cNvPr>
          <p:cNvSpPr/>
          <p:nvPr/>
        </p:nvSpPr>
        <p:spPr>
          <a:xfrm>
            <a:off x="233936" y="563784"/>
            <a:ext cx="2090810" cy="930619"/>
          </a:xfrm>
          <a:prstGeom prst="cloudCallout">
            <a:avLst>
              <a:gd name="adj1" fmla="val 17157"/>
              <a:gd name="adj2" fmla="val 6708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06CBE6-5278-AB92-E05E-9B116C2C4FE2}"/>
              </a:ext>
            </a:extLst>
          </p:cNvPr>
          <p:cNvGrpSpPr/>
          <p:nvPr/>
        </p:nvGrpSpPr>
        <p:grpSpPr>
          <a:xfrm>
            <a:off x="1706966" y="1579929"/>
            <a:ext cx="229245" cy="472585"/>
            <a:chOff x="5303127" y="2535583"/>
            <a:chExt cx="344189" cy="7620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3704E4-E668-63C0-E589-D82876A8AC9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F8D2841-C7FE-672B-FAFB-40695375C23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F048EE-3CB6-ACC4-F629-BFABD6DBBF7B}"/>
              </a:ext>
            </a:extLst>
          </p:cNvPr>
          <p:cNvGrpSpPr/>
          <p:nvPr/>
        </p:nvGrpSpPr>
        <p:grpSpPr>
          <a:xfrm>
            <a:off x="3916130" y="1515509"/>
            <a:ext cx="229245" cy="472585"/>
            <a:chOff x="5303127" y="2535583"/>
            <a:chExt cx="344189" cy="762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F25030-506D-BE47-3028-5238ED5253E6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AC9A4ED-0B74-D337-61CE-C754C3D69653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EB3959-8DB6-CFB3-4AE2-F4B345C66721}"/>
              </a:ext>
            </a:extLst>
          </p:cNvPr>
          <p:cNvGrpSpPr/>
          <p:nvPr/>
        </p:nvGrpSpPr>
        <p:grpSpPr>
          <a:xfrm>
            <a:off x="500467" y="707948"/>
            <a:ext cx="1392102" cy="570291"/>
            <a:chOff x="546962" y="911815"/>
            <a:chExt cx="1454902" cy="53856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11944A-E10C-4891-149E-5C82A502E03F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DD0A98-1DBC-6B56-3148-A5D0B9CD8230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C02BBC8-18C5-296C-8A9E-67AE91E36BE7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26F9BD-A69D-1DE1-C0B9-035DC4F2480D}"/>
              </a:ext>
            </a:extLst>
          </p:cNvPr>
          <p:cNvGrpSpPr/>
          <p:nvPr/>
        </p:nvGrpSpPr>
        <p:grpSpPr>
          <a:xfrm>
            <a:off x="2867161" y="734628"/>
            <a:ext cx="1228859" cy="538567"/>
            <a:chOff x="2347375" y="938452"/>
            <a:chExt cx="1454902" cy="53856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2F53C7-6A7B-AC6F-9A0B-0AC9B3411459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14CE09-BB03-6107-3BA9-7A945DB515B3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390887B-0119-21AC-F343-6316CAA453E4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018776-6E04-989E-9113-612F0CC58769}"/>
              </a:ext>
            </a:extLst>
          </p:cNvPr>
          <p:cNvGrpSpPr/>
          <p:nvPr/>
        </p:nvGrpSpPr>
        <p:grpSpPr>
          <a:xfrm>
            <a:off x="3233337" y="25217"/>
            <a:ext cx="2138282" cy="538567"/>
            <a:chOff x="1288135" y="104612"/>
            <a:chExt cx="2138282" cy="53856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6CED3B-1B25-B649-C1BE-957B1ECA4657}"/>
                </a:ext>
              </a:extLst>
            </p:cNvPr>
            <p:cNvSpPr/>
            <p:nvPr/>
          </p:nvSpPr>
          <p:spPr>
            <a:xfrm>
              <a:off x="1576308" y="10461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90F56E-7F90-C481-B46A-0E822FB3CE05}"/>
                </a:ext>
              </a:extLst>
            </p:cNvPr>
            <p:cNvSpPr/>
            <p:nvPr/>
          </p:nvSpPr>
          <p:spPr>
            <a:xfrm>
              <a:off x="2379636" y="10461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4E429D74-E9A3-13A6-2A55-1C7897B7DD31}"/>
                </a:ext>
              </a:extLst>
            </p:cNvPr>
            <p:cNvSpPr/>
            <p:nvPr/>
          </p:nvSpPr>
          <p:spPr>
            <a:xfrm>
              <a:off x="2225461" y="24990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A7118A-9604-28A1-8856-F7D41A005CEB}"/>
                </a:ext>
              </a:extLst>
            </p:cNvPr>
            <p:cNvSpPr txBox="1"/>
            <p:nvPr/>
          </p:nvSpPr>
          <p:spPr>
            <a:xfrm>
              <a:off x="1288135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0</a:t>
              </a:r>
              <a:endParaRPr lang="en-A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B450F7-3B0B-9396-3D5B-192D59EE347B}"/>
                </a:ext>
              </a:extLst>
            </p:cNvPr>
            <p:cNvSpPr txBox="1"/>
            <p:nvPr/>
          </p:nvSpPr>
          <p:spPr>
            <a:xfrm>
              <a:off x="3031210" y="142052"/>
              <a:ext cx="395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</a:t>
              </a:r>
              <a:r>
                <a:rPr lang="en-AU" sz="1000" dirty="0"/>
                <a:t>1</a:t>
              </a:r>
              <a:endParaRPr lang="en-AU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B63F0AC7-6625-1FAF-ECA1-41F056595D1B}"/>
              </a:ext>
            </a:extLst>
          </p:cNvPr>
          <p:cNvSpPr txBox="1"/>
          <p:nvPr/>
        </p:nvSpPr>
        <p:spPr>
          <a:xfrm>
            <a:off x="1892569" y="1753141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7CC59A-9332-0F04-C51D-64BC4CF92A2A}"/>
              </a:ext>
            </a:extLst>
          </p:cNvPr>
          <p:cNvSpPr txBox="1"/>
          <p:nvPr/>
        </p:nvSpPr>
        <p:spPr>
          <a:xfrm>
            <a:off x="4060482" y="1752066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C8CBC4F0-F529-43C6-F137-A7F6DF6CDA1B}"/>
              </a:ext>
            </a:extLst>
          </p:cNvPr>
          <p:cNvSpPr/>
          <p:nvPr/>
        </p:nvSpPr>
        <p:spPr>
          <a:xfrm>
            <a:off x="978088" y="2055329"/>
            <a:ext cx="7666092" cy="410593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“communication”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25292959-54D5-B5F9-D2F1-8288FF6E1B51}"/>
              </a:ext>
            </a:extLst>
          </p:cNvPr>
          <p:cNvSpPr/>
          <p:nvPr/>
        </p:nvSpPr>
        <p:spPr>
          <a:xfrm>
            <a:off x="1512293" y="2467644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Thought Bubble: Cloud 53">
            <a:extLst>
              <a:ext uri="{FF2B5EF4-FFF2-40B4-BE49-F238E27FC236}">
                <a16:creationId xmlns:a16="http://schemas.microsoft.com/office/drawing/2014/main" id="{3B9A6B7D-105C-A2F6-78E3-C96558390B75}"/>
              </a:ext>
            </a:extLst>
          </p:cNvPr>
          <p:cNvSpPr/>
          <p:nvPr/>
        </p:nvSpPr>
        <p:spPr>
          <a:xfrm flipH="1" flipV="1">
            <a:off x="2503032" y="3035930"/>
            <a:ext cx="2090810" cy="930619"/>
          </a:xfrm>
          <a:prstGeom prst="cloudCallout">
            <a:avLst>
              <a:gd name="adj1" fmla="val -7120"/>
              <a:gd name="adj2" fmla="val 6416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55" name="Thought Bubble: Cloud 54">
            <a:extLst>
              <a:ext uri="{FF2B5EF4-FFF2-40B4-BE49-F238E27FC236}">
                <a16:creationId xmlns:a16="http://schemas.microsoft.com/office/drawing/2014/main" id="{B8D08FF1-40AC-6208-8DC6-319AF61E7455}"/>
              </a:ext>
            </a:extLst>
          </p:cNvPr>
          <p:cNvSpPr/>
          <p:nvPr/>
        </p:nvSpPr>
        <p:spPr>
          <a:xfrm flipV="1">
            <a:off x="325633" y="4168183"/>
            <a:ext cx="2090810" cy="930619"/>
          </a:xfrm>
          <a:prstGeom prst="cloudCallout">
            <a:avLst>
              <a:gd name="adj1" fmla="val 2887"/>
              <a:gd name="adj2" fmla="val 625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AC7264D-2486-AAA5-C637-E15537282403}"/>
              </a:ext>
            </a:extLst>
          </p:cNvPr>
          <p:cNvGrpSpPr/>
          <p:nvPr/>
        </p:nvGrpSpPr>
        <p:grpSpPr>
          <a:xfrm>
            <a:off x="566805" y="4334457"/>
            <a:ext cx="1392102" cy="570291"/>
            <a:chOff x="546962" y="911815"/>
            <a:chExt cx="1454902" cy="53856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E650B5E-607E-3D4E-DA57-4D321012FAE4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1E4D748-B7B8-A719-DFD7-9957D73C9781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59" name="Arrow: Right 58">
              <a:extLst>
                <a:ext uri="{FF2B5EF4-FFF2-40B4-BE49-F238E27FC236}">
                  <a16:creationId xmlns:a16="http://schemas.microsoft.com/office/drawing/2014/main" id="{22BD092C-A21E-0C9E-5AD9-136A8A43773C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76FA16-8849-310D-7882-D4DF3F60FBB4}"/>
              </a:ext>
            </a:extLst>
          </p:cNvPr>
          <p:cNvGrpSpPr/>
          <p:nvPr/>
        </p:nvGrpSpPr>
        <p:grpSpPr>
          <a:xfrm>
            <a:off x="3017292" y="3226361"/>
            <a:ext cx="1228859" cy="538567"/>
            <a:chOff x="2347375" y="938452"/>
            <a:chExt cx="1454902" cy="53856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924AABD-916F-8B2B-CE77-2D3802E9DBD1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06DF69-529A-1312-E125-9901AF2AD430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711FB6B9-6E7B-2B94-EA58-038A097460DA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8ADDDD9-5A91-E82E-A5B8-90735423E41A}"/>
              </a:ext>
            </a:extLst>
          </p:cNvPr>
          <p:cNvSpPr/>
          <p:nvPr/>
        </p:nvSpPr>
        <p:spPr>
          <a:xfrm>
            <a:off x="176135" y="2855006"/>
            <a:ext cx="8880529" cy="230955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7423EC-3C47-1BAE-A5DB-59B6D5EA82D4}"/>
              </a:ext>
            </a:extLst>
          </p:cNvPr>
          <p:cNvSpPr txBox="1"/>
          <p:nvPr/>
        </p:nvSpPr>
        <p:spPr>
          <a:xfrm>
            <a:off x="3951619" y="2571241"/>
            <a:ext cx="2523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accent1"/>
                </a:solidFill>
              </a:rPr>
              <a:t>Distributed Perspectives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4E90643-9A46-D2BE-D724-399A66E59BF7}"/>
              </a:ext>
            </a:extLst>
          </p:cNvPr>
          <p:cNvGrpSpPr/>
          <p:nvPr/>
        </p:nvGrpSpPr>
        <p:grpSpPr>
          <a:xfrm>
            <a:off x="5896049" y="1559509"/>
            <a:ext cx="229245" cy="472585"/>
            <a:chOff x="5303127" y="2535583"/>
            <a:chExt cx="344189" cy="762000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28C7031-98D1-CB71-3FEE-CAD09AC8138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2E5AF9B-7630-BFFD-8224-1AD8AC061028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78F856-7A18-9E16-5657-5961DB83C62E}"/>
              </a:ext>
            </a:extLst>
          </p:cNvPr>
          <p:cNvGrpSpPr/>
          <p:nvPr/>
        </p:nvGrpSpPr>
        <p:grpSpPr>
          <a:xfrm>
            <a:off x="8073214" y="1540515"/>
            <a:ext cx="229245" cy="472585"/>
            <a:chOff x="5303127" y="2535583"/>
            <a:chExt cx="344189" cy="762000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955BE5C-825D-4595-B10E-5687C2111EA5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D9F648-94E5-9CF0-EEF6-745ACAD9D52D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643CC348-7376-11DE-B255-1BB8514AE88A}"/>
              </a:ext>
            </a:extLst>
          </p:cNvPr>
          <p:cNvSpPr txBox="1"/>
          <p:nvPr/>
        </p:nvSpPr>
        <p:spPr>
          <a:xfrm>
            <a:off x="6160051" y="1569024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92BFD14-FB4A-30EE-D46F-FBF904C0D8D2}"/>
              </a:ext>
            </a:extLst>
          </p:cNvPr>
          <p:cNvSpPr txBox="1"/>
          <p:nvPr/>
        </p:nvSpPr>
        <p:spPr>
          <a:xfrm>
            <a:off x="8244216" y="1704990"/>
            <a:ext cx="222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</a:t>
            </a:r>
          </a:p>
        </p:txBody>
      </p:sp>
      <p:sp>
        <p:nvSpPr>
          <p:cNvPr id="105" name="Thought Bubble: Cloud 104">
            <a:extLst>
              <a:ext uri="{FF2B5EF4-FFF2-40B4-BE49-F238E27FC236}">
                <a16:creationId xmlns:a16="http://schemas.microsoft.com/office/drawing/2014/main" id="{8AD5BBB2-1F7E-BDD2-B696-536EB4FEF6D4}"/>
              </a:ext>
            </a:extLst>
          </p:cNvPr>
          <p:cNvSpPr/>
          <p:nvPr/>
        </p:nvSpPr>
        <p:spPr>
          <a:xfrm flipH="1" flipV="1">
            <a:off x="6658069" y="569133"/>
            <a:ext cx="2090810" cy="930619"/>
          </a:xfrm>
          <a:prstGeom prst="cloudCallout">
            <a:avLst>
              <a:gd name="adj1" fmla="val -16941"/>
              <a:gd name="adj2" fmla="val -5657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06" name="Thought Bubble: Cloud 105">
            <a:extLst>
              <a:ext uri="{FF2B5EF4-FFF2-40B4-BE49-F238E27FC236}">
                <a16:creationId xmlns:a16="http://schemas.microsoft.com/office/drawing/2014/main" id="{8E688722-77B7-0A1A-906D-3B2DD300729E}"/>
              </a:ext>
            </a:extLst>
          </p:cNvPr>
          <p:cNvSpPr/>
          <p:nvPr/>
        </p:nvSpPr>
        <p:spPr>
          <a:xfrm flipV="1">
            <a:off x="4422055" y="569133"/>
            <a:ext cx="2090810" cy="930619"/>
          </a:xfrm>
          <a:prstGeom prst="cloudCallout">
            <a:avLst>
              <a:gd name="adj1" fmla="val 15674"/>
              <a:gd name="adj2" fmla="val -6073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D55710F-8521-5665-43E9-E90F8A457B5D}"/>
              </a:ext>
            </a:extLst>
          </p:cNvPr>
          <p:cNvGrpSpPr/>
          <p:nvPr/>
        </p:nvGrpSpPr>
        <p:grpSpPr>
          <a:xfrm>
            <a:off x="4704439" y="772658"/>
            <a:ext cx="1392102" cy="570291"/>
            <a:chOff x="546962" y="911815"/>
            <a:chExt cx="1454902" cy="538567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ACAC55A-95A0-3117-0A91-634FC16167F0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5750AA2-B145-17BF-06F5-08ACB4409695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A8A36BE4-65E1-456B-1B2E-C7D125A90694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81BC696-E387-3386-A3C2-5695DE7207FA}"/>
              </a:ext>
            </a:extLst>
          </p:cNvPr>
          <p:cNvGrpSpPr/>
          <p:nvPr/>
        </p:nvGrpSpPr>
        <p:grpSpPr>
          <a:xfrm>
            <a:off x="7172329" y="759564"/>
            <a:ext cx="1228859" cy="538567"/>
            <a:chOff x="2347375" y="938452"/>
            <a:chExt cx="1454902" cy="538567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68A70D8-FE84-1168-F563-A71CA0B128FD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Y=?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80E78D4-586F-46AB-7FDD-7690381ABC60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X=?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14" name="Arrow: Right 113">
              <a:extLst>
                <a:ext uri="{FF2B5EF4-FFF2-40B4-BE49-F238E27FC236}">
                  <a16:creationId xmlns:a16="http://schemas.microsoft.com/office/drawing/2014/main" id="{DC1238CA-BFC1-C95D-C8F8-6F850AAC1B0C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20" name="Arrow: Down 119">
            <a:extLst>
              <a:ext uri="{FF2B5EF4-FFF2-40B4-BE49-F238E27FC236}">
                <a16:creationId xmlns:a16="http://schemas.microsoft.com/office/drawing/2014/main" id="{7E73F454-E441-2275-6F20-4F71E6B4F78D}"/>
              </a:ext>
            </a:extLst>
          </p:cNvPr>
          <p:cNvSpPr/>
          <p:nvPr/>
        </p:nvSpPr>
        <p:spPr>
          <a:xfrm>
            <a:off x="3258836" y="2467643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147ED11A-D300-287D-60B2-124DC8C1F639}"/>
              </a:ext>
            </a:extLst>
          </p:cNvPr>
          <p:cNvSpPr/>
          <p:nvPr/>
        </p:nvSpPr>
        <p:spPr>
          <a:xfrm>
            <a:off x="5630395" y="2470274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2" name="Arrow: Down 121">
            <a:extLst>
              <a:ext uri="{FF2B5EF4-FFF2-40B4-BE49-F238E27FC236}">
                <a16:creationId xmlns:a16="http://schemas.microsoft.com/office/drawing/2014/main" id="{76F2DEA1-3C0C-AC4A-F752-508D26772E1D}"/>
              </a:ext>
            </a:extLst>
          </p:cNvPr>
          <p:cNvSpPr/>
          <p:nvPr/>
        </p:nvSpPr>
        <p:spPr>
          <a:xfrm>
            <a:off x="7835108" y="2463406"/>
            <a:ext cx="760551" cy="1547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D9C9A01-FD6A-1AF6-8538-75FF2B786313}"/>
              </a:ext>
            </a:extLst>
          </p:cNvPr>
          <p:cNvGrpSpPr/>
          <p:nvPr/>
        </p:nvGrpSpPr>
        <p:grpSpPr>
          <a:xfrm>
            <a:off x="579463" y="3247747"/>
            <a:ext cx="1392102" cy="570291"/>
            <a:chOff x="546962" y="911815"/>
            <a:chExt cx="1454902" cy="538567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F2EED0F-8C8A-4A02-31FC-CC4DE5A6DFD6}"/>
                </a:ext>
              </a:extLst>
            </p:cNvPr>
            <p:cNvSpPr/>
            <p:nvPr/>
          </p:nvSpPr>
          <p:spPr>
            <a:xfrm>
              <a:off x="546962" y="911816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71E8711-57CE-0F3C-DDD1-3D239B8C905F}"/>
                </a:ext>
              </a:extLst>
            </p:cNvPr>
            <p:cNvSpPr/>
            <p:nvPr/>
          </p:nvSpPr>
          <p:spPr>
            <a:xfrm>
              <a:off x="1350290" y="911815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26" name="Arrow: Right 125">
              <a:extLst>
                <a:ext uri="{FF2B5EF4-FFF2-40B4-BE49-F238E27FC236}">
                  <a16:creationId xmlns:a16="http://schemas.microsoft.com/office/drawing/2014/main" id="{DC948F5D-E7A6-8618-672A-D711DC13B090}"/>
                </a:ext>
              </a:extLst>
            </p:cNvPr>
            <p:cNvSpPr/>
            <p:nvPr/>
          </p:nvSpPr>
          <p:spPr>
            <a:xfrm>
              <a:off x="1196115" y="1057112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27" name="Thought Bubble: Cloud 126">
            <a:extLst>
              <a:ext uri="{FF2B5EF4-FFF2-40B4-BE49-F238E27FC236}">
                <a16:creationId xmlns:a16="http://schemas.microsoft.com/office/drawing/2014/main" id="{EDAE1C6C-F15E-DD9A-FAA1-8239638B726A}"/>
              </a:ext>
            </a:extLst>
          </p:cNvPr>
          <p:cNvSpPr/>
          <p:nvPr/>
        </p:nvSpPr>
        <p:spPr>
          <a:xfrm flipH="1" flipV="1">
            <a:off x="2446334" y="4120723"/>
            <a:ext cx="2090810" cy="930619"/>
          </a:xfrm>
          <a:prstGeom prst="cloudCallout">
            <a:avLst>
              <a:gd name="adj1" fmla="val -7120"/>
              <a:gd name="adj2" fmla="val 6416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6C0386A-4E01-14AF-41DD-3FE96A881717}"/>
              </a:ext>
            </a:extLst>
          </p:cNvPr>
          <p:cNvGrpSpPr/>
          <p:nvPr/>
        </p:nvGrpSpPr>
        <p:grpSpPr>
          <a:xfrm>
            <a:off x="2960594" y="4311154"/>
            <a:ext cx="1228859" cy="538567"/>
            <a:chOff x="2347375" y="938452"/>
            <a:chExt cx="1454902" cy="538567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568E283-A131-0371-6682-2AE5B6BAB279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DE361ED-D7B7-6C85-8957-2E24DA606E69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31" name="Arrow: Right 130">
              <a:extLst>
                <a:ext uri="{FF2B5EF4-FFF2-40B4-BE49-F238E27FC236}">
                  <a16:creationId xmlns:a16="http://schemas.microsoft.com/office/drawing/2014/main" id="{4768C5D2-E1FA-09E3-F654-DBCB0A4380BC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7" name="Thought Bubble: Cloud 136">
            <a:extLst>
              <a:ext uri="{FF2B5EF4-FFF2-40B4-BE49-F238E27FC236}">
                <a16:creationId xmlns:a16="http://schemas.microsoft.com/office/drawing/2014/main" id="{49DA3DAE-8195-A544-E946-DFC6C233DA72}"/>
              </a:ext>
            </a:extLst>
          </p:cNvPr>
          <p:cNvSpPr/>
          <p:nvPr/>
        </p:nvSpPr>
        <p:spPr>
          <a:xfrm flipH="1" flipV="1">
            <a:off x="4636749" y="3055748"/>
            <a:ext cx="2090810" cy="930619"/>
          </a:xfrm>
          <a:prstGeom prst="cloudCallout">
            <a:avLst>
              <a:gd name="adj1" fmla="val -13791"/>
              <a:gd name="adj2" fmla="val 629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57EFBC1-BA42-A799-DEE8-C7ED62CD882B}"/>
              </a:ext>
            </a:extLst>
          </p:cNvPr>
          <p:cNvGrpSpPr/>
          <p:nvPr/>
        </p:nvGrpSpPr>
        <p:grpSpPr>
          <a:xfrm>
            <a:off x="5165149" y="3275513"/>
            <a:ext cx="1228859" cy="538567"/>
            <a:chOff x="2347375" y="938452"/>
            <a:chExt cx="1454902" cy="538567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3B764187-AC39-670C-9552-911E2A279EB1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AB995C00-2E8C-111C-46B5-2C5ABB228722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41" name="Arrow: Right 140">
              <a:extLst>
                <a:ext uri="{FF2B5EF4-FFF2-40B4-BE49-F238E27FC236}">
                  <a16:creationId xmlns:a16="http://schemas.microsoft.com/office/drawing/2014/main" id="{5ED28842-60C7-5B5B-24B4-FC6C88A7C2C2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42" name="Thought Bubble: Cloud 141">
            <a:extLst>
              <a:ext uri="{FF2B5EF4-FFF2-40B4-BE49-F238E27FC236}">
                <a16:creationId xmlns:a16="http://schemas.microsoft.com/office/drawing/2014/main" id="{D3F9094B-2409-CCC4-B4A7-4BB9E026674C}"/>
              </a:ext>
            </a:extLst>
          </p:cNvPr>
          <p:cNvSpPr/>
          <p:nvPr/>
        </p:nvSpPr>
        <p:spPr>
          <a:xfrm flipH="1" flipV="1">
            <a:off x="4587379" y="4116646"/>
            <a:ext cx="2090810" cy="930619"/>
          </a:xfrm>
          <a:prstGeom prst="cloudCallout">
            <a:avLst>
              <a:gd name="adj1" fmla="val -8418"/>
              <a:gd name="adj2" fmla="val 6374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666E8C5-A7C8-B7A9-1A98-C0C5C6FEF875}"/>
              </a:ext>
            </a:extLst>
          </p:cNvPr>
          <p:cNvGrpSpPr/>
          <p:nvPr/>
        </p:nvGrpSpPr>
        <p:grpSpPr>
          <a:xfrm>
            <a:off x="5115779" y="4336411"/>
            <a:ext cx="1228859" cy="538567"/>
            <a:chOff x="2347375" y="938452"/>
            <a:chExt cx="1454902" cy="538567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4A8604A-46FB-C1DC-C5BF-9921BCDB85C5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895FFD7-86DE-4827-E4EA-450148021A51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46" name="Arrow: Right 145">
              <a:extLst>
                <a:ext uri="{FF2B5EF4-FFF2-40B4-BE49-F238E27FC236}">
                  <a16:creationId xmlns:a16="http://schemas.microsoft.com/office/drawing/2014/main" id="{23000D39-1DC4-DC5D-2AF7-1559E18E537E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47" name="Thought Bubble: Cloud 146">
            <a:extLst>
              <a:ext uri="{FF2B5EF4-FFF2-40B4-BE49-F238E27FC236}">
                <a16:creationId xmlns:a16="http://schemas.microsoft.com/office/drawing/2014/main" id="{8E3E8FE9-2CC3-0B95-27AB-113421655A08}"/>
              </a:ext>
            </a:extLst>
          </p:cNvPr>
          <p:cNvSpPr/>
          <p:nvPr/>
        </p:nvSpPr>
        <p:spPr>
          <a:xfrm flipH="1" flipV="1">
            <a:off x="6877055" y="3048668"/>
            <a:ext cx="2090810" cy="930619"/>
          </a:xfrm>
          <a:prstGeom prst="cloudCallout">
            <a:avLst>
              <a:gd name="adj1" fmla="val -7120"/>
              <a:gd name="adj2" fmla="val 6416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119E730-7174-EFF9-8233-9DCE1EB1C793}"/>
              </a:ext>
            </a:extLst>
          </p:cNvPr>
          <p:cNvGrpSpPr/>
          <p:nvPr/>
        </p:nvGrpSpPr>
        <p:grpSpPr>
          <a:xfrm>
            <a:off x="7391315" y="3239099"/>
            <a:ext cx="1228859" cy="538567"/>
            <a:chOff x="2347375" y="938452"/>
            <a:chExt cx="1454902" cy="53856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4391572-C9F7-9886-CB25-4D5D25378266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3969715-183D-CA84-4785-5AB468A40C10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51" name="Arrow: Right 150">
              <a:extLst>
                <a:ext uri="{FF2B5EF4-FFF2-40B4-BE49-F238E27FC236}">
                  <a16:creationId xmlns:a16="http://schemas.microsoft.com/office/drawing/2014/main" id="{0274581E-CE0F-FD3A-43E3-77AD42F91617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2" name="Thought Bubble: Cloud 151">
            <a:extLst>
              <a:ext uri="{FF2B5EF4-FFF2-40B4-BE49-F238E27FC236}">
                <a16:creationId xmlns:a16="http://schemas.microsoft.com/office/drawing/2014/main" id="{CCBEC010-7CE5-2F8B-945B-F7143DAC6A83}"/>
              </a:ext>
            </a:extLst>
          </p:cNvPr>
          <p:cNvSpPr/>
          <p:nvPr/>
        </p:nvSpPr>
        <p:spPr>
          <a:xfrm flipH="1" flipV="1">
            <a:off x="6820357" y="4133461"/>
            <a:ext cx="2090810" cy="930619"/>
          </a:xfrm>
          <a:prstGeom prst="cloudCallout">
            <a:avLst>
              <a:gd name="adj1" fmla="val -7120"/>
              <a:gd name="adj2" fmla="val 6416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2C3ADB8-3106-76F8-2205-969867FD45B5}"/>
              </a:ext>
            </a:extLst>
          </p:cNvPr>
          <p:cNvGrpSpPr/>
          <p:nvPr/>
        </p:nvGrpSpPr>
        <p:grpSpPr>
          <a:xfrm>
            <a:off x="7334617" y="4323892"/>
            <a:ext cx="1228859" cy="538567"/>
            <a:chOff x="2347375" y="938452"/>
            <a:chExt cx="1454902" cy="538567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62EAC23-2804-9F04-F2D9-5C114A830F8A}"/>
                </a:ext>
              </a:extLst>
            </p:cNvPr>
            <p:cNvSpPr/>
            <p:nvPr/>
          </p:nvSpPr>
          <p:spPr>
            <a:xfrm>
              <a:off x="2347375" y="938453"/>
              <a:ext cx="651574" cy="5385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X=1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Y=2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8C63189-DBD2-9112-8C83-177A353722B4}"/>
                </a:ext>
              </a:extLst>
            </p:cNvPr>
            <p:cNvSpPr/>
            <p:nvPr/>
          </p:nvSpPr>
          <p:spPr>
            <a:xfrm>
              <a:off x="3150703" y="938452"/>
              <a:ext cx="651574" cy="5385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X=2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Y=1</a:t>
              </a:r>
            </a:p>
          </p:txBody>
        </p:sp>
        <p:sp>
          <p:nvSpPr>
            <p:cNvPr id="156" name="Arrow: Right 155">
              <a:extLst>
                <a:ext uri="{FF2B5EF4-FFF2-40B4-BE49-F238E27FC236}">
                  <a16:creationId xmlns:a16="http://schemas.microsoft.com/office/drawing/2014/main" id="{0BB35656-B204-5C70-518D-088D07185C6D}"/>
                </a:ext>
              </a:extLst>
            </p:cNvPr>
            <p:cNvSpPr/>
            <p:nvPr/>
          </p:nvSpPr>
          <p:spPr>
            <a:xfrm>
              <a:off x="2996528" y="1083749"/>
              <a:ext cx="156596" cy="247971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74370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>
            <a:extLst>
              <a:ext uri="{FF2B5EF4-FFF2-40B4-BE49-F238E27FC236}">
                <a16:creationId xmlns:a16="http://schemas.microsoft.com/office/drawing/2014/main" id="{263B8B3C-B022-C775-30DD-4A51F5B8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796925"/>
            <a:ext cx="8947150" cy="526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3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3314" y="794567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2163" y="789669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</a:t>
            </a:r>
            <a:r>
              <a:rPr lang="en-US" altLang="zh-CN" dirty="0"/>
              <a:t>peek(b)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EAA05E6-34E3-D7AD-BAE8-D71F62213D73}"/>
              </a:ext>
            </a:extLst>
          </p:cNvPr>
          <p:cNvGrpSpPr/>
          <p:nvPr/>
        </p:nvGrpSpPr>
        <p:grpSpPr>
          <a:xfrm>
            <a:off x="632011" y="4304688"/>
            <a:ext cx="300609" cy="674809"/>
            <a:chOff x="5303127" y="2535583"/>
            <a:chExt cx="344189" cy="762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285DBF1-3F20-5CA1-CF69-7F0616B56A7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BFAA764-2705-BC0A-991F-093B4651931B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79BEE6-0A5A-1BD1-6C41-7ECF6DF3A547}"/>
              </a:ext>
            </a:extLst>
          </p:cNvPr>
          <p:cNvGrpSpPr/>
          <p:nvPr/>
        </p:nvGrpSpPr>
        <p:grpSpPr>
          <a:xfrm>
            <a:off x="2229096" y="4302632"/>
            <a:ext cx="300609" cy="674809"/>
            <a:chOff x="5303127" y="2535583"/>
            <a:chExt cx="344189" cy="762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475B4B-CAA2-86C5-6CFA-05FB172CDAEE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3602C1-7740-77EA-7B3D-23C7D95CFDA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962528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3314" y="794567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2163" y="789669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</a:t>
            </a:r>
            <a:r>
              <a:rPr lang="en-US" altLang="zh-CN" dirty="0"/>
              <a:t>peek(b)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coin=tail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EAA05E6-34E3-D7AD-BAE8-D71F62213D73}"/>
              </a:ext>
            </a:extLst>
          </p:cNvPr>
          <p:cNvGrpSpPr/>
          <p:nvPr/>
        </p:nvGrpSpPr>
        <p:grpSpPr>
          <a:xfrm>
            <a:off x="632011" y="4304688"/>
            <a:ext cx="300609" cy="674809"/>
            <a:chOff x="5303127" y="2535583"/>
            <a:chExt cx="344189" cy="762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285DBF1-3F20-5CA1-CF69-7F0616B56A7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BFAA764-2705-BC0A-991F-093B4651931B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79BEE6-0A5A-1BD1-6C41-7ECF6DF3A547}"/>
              </a:ext>
            </a:extLst>
          </p:cNvPr>
          <p:cNvGrpSpPr/>
          <p:nvPr/>
        </p:nvGrpSpPr>
        <p:grpSpPr>
          <a:xfrm>
            <a:off x="2229096" y="4302632"/>
            <a:ext cx="300609" cy="674809"/>
            <a:chOff x="5303127" y="2535583"/>
            <a:chExt cx="344189" cy="762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475B4B-CAA2-86C5-6CFA-05FB172CDAEE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3602C1-7740-77EA-7B3D-23C7D95CFDA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919304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6F40D95-8436-CF2A-0AF7-F8F70AC1490D}"/>
              </a:ext>
            </a:extLst>
          </p:cNvPr>
          <p:cNvGrpSpPr/>
          <p:nvPr/>
        </p:nvGrpSpPr>
        <p:grpSpPr>
          <a:xfrm>
            <a:off x="2193314" y="794567"/>
            <a:ext cx="300609" cy="674809"/>
            <a:chOff x="5303127" y="2535583"/>
            <a:chExt cx="344189" cy="762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F50FCC-D93D-573D-97A4-323D37A44610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FF6342-E0BD-8AFB-FC2B-F28FB1812D8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99A3B8-D30B-7C0D-D120-13E844AB622A}"/>
              </a:ext>
            </a:extLst>
          </p:cNvPr>
          <p:cNvGrpSpPr/>
          <p:nvPr/>
        </p:nvGrpSpPr>
        <p:grpSpPr>
          <a:xfrm>
            <a:off x="3702303" y="867006"/>
            <a:ext cx="391515" cy="598895"/>
            <a:chOff x="3123272" y="2785871"/>
            <a:chExt cx="448274" cy="6762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30BFDD0-B052-2A4E-B873-32E030C4767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CDEE5B2-5DC8-1117-C54D-D7A382752D38}"/>
                </a:ext>
              </a:extLst>
            </p:cNvPr>
            <p:cNvSpPr/>
            <p:nvPr/>
          </p:nvSpPr>
          <p:spPr>
            <a:xfrm>
              <a:off x="3123272" y="2862276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 dirty="0"/>
            </a:p>
          </p:txBody>
        </p:sp>
      </p:grpSp>
      <p:pic>
        <p:nvPicPr>
          <p:cNvPr id="22" name="Graphic 21" descr="Packing Box Open outline">
            <a:extLst>
              <a:ext uri="{FF2B5EF4-FFF2-40B4-BE49-F238E27FC236}">
                <a16:creationId xmlns:a16="http://schemas.microsoft.com/office/drawing/2014/main" id="{83B4D36B-4D68-1A3B-3E06-1F3A9B35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9228" y="945682"/>
            <a:ext cx="674456" cy="739101"/>
          </a:xfrm>
          <a:prstGeom prst="rect">
            <a:avLst/>
          </a:prstGeom>
        </p:spPr>
      </p:pic>
      <p:sp>
        <p:nvSpPr>
          <p:cNvPr id="28" name="Callout: Down Arrow 27">
            <a:extLst>
              <a:ext uri="{FF2B5EF4-FFF2-40B4-BE49-F238E27FC236}">
                <a16:creationId xmlns:a16="http://schemas.microsoft.com/office/drawing/2014/main" id="{2AF08858-5256-899C-39A0-9224430178C5}"/>
              </a:ext>
            </a:extLst>
          </p:cNvPr>
          <p:cNvSpPr/>
          <p:nvPr/>
        </p:nvSpPr>
        <p:spPr>
          <a:xfrm>
            <a:off x="1085013" y="210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09BA-0F6A-490A-FE37-C4ADF7969F41}"/>
              </a:ext>
            </a:extLst>
          </p:cNvPr>
          <p:cNvSpPr txBox="1"/>
          <p:nvPr/>
        </p:nvSpPr>
        <p:spPr>
          <a:xfrm>
            <a:off x="606028" y="1640984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1E0B86-57F6-2528-3079-5A99F4FEA27F}"/>
              </a:ext>
            </a:extLst>
          </p:cNvPr>
          <p:cNvSpPr txBox="1"/>
          <p:nvPr/>
        </p:nvSpPr>
        <p:spPr>
          <a:xfrm>
            <a:off x="2186353" y="1676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8EB21A-A3FE-13B1-20BF-C23897EE8E6E}"/>
              </a:ext>
            </a:extLst>
          </p:cNvPr>
          <p:cNvGrpSpPr/>
          <p:nvPr/>
        </p:nvGrpSpPr>
        <p:grpSpPr>
          <a:xfrm>
            <a:off x="592163" y="789669"/>
            <a:ext cx="300609" cy="674809"/>
            <a:chOff x="5303127" y="2535583"/>
            <a:chExt cx="344189" cy="762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D3D0B-80A0-3278-44D9-B0141BFCE8E2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56BC1E9-F334-CD95-8041-8394442CD54C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0B50E172-0D73-4902-BAAF-9483BB49FFDB}"/>
              </a:ext>
            </a:extLst>
          </p:cNvPr>
          <p:cNvSpPr txBox="1"/>
          <p:nvPr/>
        </p:nvSpPr>
        <p:spPr>
          <a:xfrm>
            <a:off x="173392" y="161528"/>
            <a:ext cx="581955" cy="33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900" dirty="0"/>
              <a:t>0</a:t>
            </a:r>
            <a:endParaRPr lang="en-AU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D9410-447D-7A40-2D6F-E20A298449A1}"/>
              </a:ext>
            </a:extLst>
          </p:cNvPr>
          <p:cNvSpPr txBox="1"/>
          <p:nvPr/>
        </p:nvSpPr>
        <p:spPr>
          <a:xfrm>
            <a:off x="7039644" y="762015"/>
            <a:ext cx="163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AU" sz="1100" dirty="0"/>
              <a:t>0</a:t>
            </a:r>
            <a:r>
              <a:rPr lang="en-AU" dirty="0"/>
              <a:t>: Initial State</a:t>
            </a:r>
          </a:p>
          <a:p>
            <a:r>
              <a:rPr lang="en-AU" dirty="0"/>
              <a:t>s</a:t>
            </a:r>
            <a:r>
              <a:rPr lang="en-AU" sz="1100" dirty="0"/>
              <a:t>1</a:t>
            </a:r>
            <a:r>
              <a:rPr lang="en-AU" dirty="0"/>
              <a:t>: </a:t>
            </a:r>
            <a:r>
              <a:rPr lang="en-AU" altLang="zh-CN" dirty="0"/>
              <a:t>peek(a)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2</a:t>
            </a:r>
            <a:r>
              <a:rPr lang="en-AU" dirty="0"/>
              <a:t>: return(a)</a:t>
            </a:r>
          </a:p>
          <a:p>
            <a:r>
              <a:rPr lang="en-AU" dirty="0"/>
              <a:t>s</a:t>
            </a:r>
            <a:r>
              <a:rPr lang="en-AU" sz="1100" dirty="0"/>
              <a:t>3</a:t>
            </a:r>
            <a:r>
              <a:rPr lang="en-AU" dirty="0"/>
              <a:t>: </a:t>
            </a:r>
            <a:r>
              <a:rPr lang="en-US" altLang="zh-CN" dirty="0"/>
              <a:t>peek(b)</a:t>
            </a:r>
            <a:endParaRPr lang="en-AU" dirty="0"/>
          </a:p>
          <a:p>
            <a:r>
              <a:rPr lang="en-AU" dirty="0"/>
              <a:t>s</a:t>
            </a:r>
            <a:r>
              <a:rPr lang="en-AU" sz="1100" dirty="0"/>
              <a:t>4</a:t>
            </a:r>
            <a:r>
              <a:rPr lang="en-AU" dirty="0"/>
              <a:t>: flip()</a:t>
            </a:r>
          </a:p>
          <a:p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9783D-836A-419C-9302-1099C1EC4203}"/>
              </a:ext>
            </a:extLst>
          </p:cNvPr>
          <p:cNvGrpSpPr/>
          <p:nvPr/>
        </p:nvGrpSpPr>
        <p:grpSpPr>
          <a:xfrm>
            <a:off x="5360107" y="779981"/>
            <a:ext cx="300609" cy="674809"/>
            <a:chOff x="5303127" y="2535583"/>
            <a:chExt cx="344189" cy="762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8884D0B-232A-8D7B-9895-C47894295023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54274BF-3A96-5527-46AF-6250D83DFFD0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0755362B-D373-AA46-91CC-04DF42CFC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882769"/>
            <a:ext cx="674456" cy="739101"/>
          </a:xfrm>
          <a:prstGeom prst="rect">
            <a:avLst/>
          </a:prstGeom>
        </p:spPr>
      </p:pic>
      <p:sp>
        <p:nvSpPr>
          <p:cNvPr id="6" name="Callout: Down Arrow 5">
            <a:extLst>
              <a:ext uri="{FF2B5EF4-FFF2-40B4-BE49-F238E27FC236}">
                <a16:creationId xmlns:a16="http://schemas.microsoft.com/office/drawing/2014/main" id="{206701B5-1116-70C5-5FA1-FA9312F824A4}"/>
              </a:ext>
            </a:extLst>
          </p:cNvPr>
          <p:cNvSpPr/>
          <p:nvPr/>
        </p:nvSpPr>
        <p:spPr>
          <a:xfrm>
            <a:off x="4223094" y="153814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FAC1-5923-2F62-C6AA-0FDFF6069DD3}"/>
              </a:ext>
            </a:extLst>
          </p:cNvPr>
          <p:cNvSpPr txBox="1"/>
          <p:nvPr/>
        </p:nvSpPr>
        <p:spPr>
          <a:xfrm>
            <a:off x="3698119" y="159985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C8EE-29C0-4FDF-7591-32321289EC1B}"/>
              </a:ext>
            </a:extLst>
          </p:cNvPr>
          <p:cNvSpPr txBox="1"/>
          <p:nvPr/>
        </p:nvSpPr>
        <p:spPr>
          <a:xfrm>
            <a:off x="5340130" y="1618862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D59D1-104A-4C1F-8B0F-0F590401EBC4}"/>
              </a:ext>
            </a:extLst>
          </p:cNvPr>
          <p:cNvSpPr txBox="1"/>
          <p:nvPr/>
        </p:nvSpPr>
        <p:spPr>
          <a:xfrm>
            <a:off x="3267731" y="104202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1</a:t>
            </a:r>
            <a:endParaRPr lang="en-AU" dirty="0"/>
          </a:p>
        </p:txBody>
      </p:sp>
      <p:pic>
        <p:nvPicPr>
          <p:cNvPr id="26" name="Graphic 25" descr="Packing Box Open outline">
            <a:extLst>
              <a:ext uri="{FF2B5EF4-FFF2-40B4-BE49-F238E27FC236}">
                <a16:creationId xmlns:a16="http://schemas.microsoft.com/office/drawing/2014/main" id="{5DDCD0FD-1880-173D-AEF2-2AE0C5024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163" y="4381942"/>
            <a:ext cx="674456" cy="739101"/>
          </a:xfrm>
          <a:prstGeom prst="rect">
            <a:avLst/>
          </a:prstGeom>
        </p:spPr>
      </p:pic>
      <p:sp>
        <p:nvSpPr>
          <p:cNvPr id="27" name="Callout: Down Arrow 26">
            <a:extLst>
              <a:ext uri="{FF2B5EF4-FFF2-40B4-BE49-F238E27FC236}">
                <a16:creationId xmlns:a16="http://schemas.microsoft.com/office/drawing/2014/main" id="{AB89255C-4635-F26F-09EC-AC2F22AB8524}"/>
              </a:ext>
            </a:extLst>
          </p:cNvPr>
          <p:cNvSpPr/>
          <p:nvPr/>
        </p:nvSpPr>
        <p:spPr>
          <a:xfrm>
            <a:off x="1136823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3A08D5-457D-5194-3253-11421F010448}"/>
              </a:ext>
            </a:extLst>
          </p:cNvPr>
          <p:cNvSpPr txBox="1"/>
          <p:nvPr/>
        </p:nvSpPr>
        <p:spPr>
          <a:xfrm>
            <a:off x="638695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0126D-D484-DBEB-E12B-EC196CDD0E6C}"/>
              </a:ext>
            </a:extLst>
          </p:cNvPr>
          <p:cNvSpPr txBox="1"/>
          <p:nvPr/>
        </p:nvSpPr>
        <p:spPr>
          <a:xfrm>
            <a:off x="2253859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8D5AFD-0FFE-1382-98CE-44B5F418D21E}"/>
              </a:ext>
            </a:extLst>
          </p:cNvPr>
          <p:cNvSpPr txBox="1"/>
          <p:nvPr/>
        </p:nvSpPr>
        <p:spPr>
          <a:xfrm>
            <a:off x="181459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2</a:t>
            </a:r>
            <a:endParaRPr lang="en-AU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1AA82D-83B8-170C-0551-915ADE57349D}"/>
              </a:ext>
            </a:extLst>
          </p:cNvPr>
          <p:cNvGrpSpPr/>
          <p:nvPr/>
        </p:nvGrpSpPr>
        <p:grpSpPr>
          <a:xfrm flipH="1">
            <a:off x="5253486" y="4376037"/>
            <a:ext cx="391512" cy="598894"/>
            <a:chOff x="3123276" y="2785871"/>
            <a:chExt cx="448270" cy="67627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379073-9BA8-E3A5-077B-D476F76C2F58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D62CE55-F4BF-CDB0-16CC-8B37C506C659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43" name="Graphic 42" descr="Packing Box Open outline">
            <a:extLst>
              <a:ext uri="{FF2B5EF4-FFF2-40B4-BE49-F238E27FC236}">
                <a16:creationId xmlns:a16="http://schemas.microsoft.com/office/drawing/2014/main" id="{C45AC006-74CB-4C11-AB63-253FCF13F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5" y="4381942"/>
            <a:ext cx="674456" cy="739101"/>
          </a:xfrm>
          <a:prstGeom prst="rect">
            <a:avLst/>
          </a:prstGeom>
        </p:spPr>
      </p:pic>
      <p:sp>
        <p:nvSpPr>
          <p:cNvPr id="44" name="Callout: Down Arrow 43">
            <a:extLst>
              <a:ext uri="{FF2B5EF4-FFF2-40B4-BE49-F238E27FC236}">
                <a16:creationId xmlns:a16="http://schemas.microsoft.com/office/drawing/2014/main" id="{3D527A71-CDBA-862B-230D-C9DF72D21934}"/>
              </a:ext>
            </a:extLst>
          </p:cNvPr>
          <p:cNvSpPr/>
          <p:nvPr/>
        </p:nvSpPr>
        <p:spPr>
          <a:xfrm>
            <a:off x="4223094" y="3652987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01CAA4-217A-BE56-E1FA-8410BD2D213D}"/>
              </a:ext>
            </a:extLst>
          </p:cNvPr>
          <p:cNvSpPr txBox="1"/>
          <p:nvPr/>
        </p:nvSpPr>
        <p:spPr>
          <a:xfrm>
            <a:off x="3724967" y="5082983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EA98F5-E15B-317C-CE9A-3662A6095883}"/>
              </a:ext>
            </a:extLst>
          </p:cNvPr>
          <p:cNvSpPr txBox="1"/>
          <p:nvPr/>
        </p:nvSpPr>
        <p:spPr>
          <a:xfrm>
            <a:off x="5340130" y="5118035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FCBB3-5AA0-5625-2CF7-C2A30CEEB6D8}"/>
              </a:ext>
            </a:extLst>
          </p:cNvPr>
          <p:cNvSpPr txBox="1"/>
          <p:nvPr/>
        </p:nvSpPr>
        <p:spPr>
          <a:xfrm>
            <a:off x="3267731" y="3603375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3</a:t>
            </a:r>
            <a:endParaRPr lang="en-AU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50ED11-85E1-1A2E-D0F1-60B20448B9EB}"/>
              </a:ext>
            </a:extLst>
          </p:cNvPr>
          <p:cNvGrpSpPr/>
          <p:nvPr/>
        </p:nvGrpSpPr>
        <p:grpSpPr>
          <a:xfrm flipH="1">
            <a:off x="8399027" y="4373430"/>
            <a:ext cx="391512" cy="598894"/>
            <a:chOff x="3123276" y="2785871"/>
            <a:chExt cx="448270" cy="676275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BE9F25D-D74B-25ED-A44F-39CE4D5E68D1}"/>
                </a:ext>
              </a:extLst>
            </p:cNvPr>
            <p:cNvSpPr/>
            <p:nvPr/>
          </p:nvSpPr>
          <p:spPr>
            <a:xfrm>
              <a:off x="3419146" y="2785871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280BCE6-2C90-2630-9153-A97F955B37FD}"/>
                </a:ext>
              </a:extLst>
            </p:cNvPr>
            <p:cNvSpPr/>
            <p:nvPr/>
          </p:nvSpPr>
          <p:spPr>
            <a:xfrm>
              <a:off x="3123276" y="2862275"/>
              <a:ext cx="447786" cy="599871"/>
            </a:xfrm>
            <a:custGeom>
              <a:avLst/>
              <a:gdLst>
                <a:gd name="connsiteX0" fmla="*/ 410170 w 447786"/>
                <a:gd name="connsiteY0" fmla="*/ 237921 h 599871"/>
                <a:gd name="connsiteX1" fmla="*/ 444460 w 447786"/>
                <a:gd name="connsiteY1" fmla="*/ 216014 h 599871"/>
                <a:gd name="connsiteX2" fmla="*/ 425410 w 447786"/>
                <a:gd name="connsiteY2" fmla="*/ 165531 h 599871"/>
                <a:gd name="connsiteX3" fmla="*/ 314920 w 447786"/>
                <a:gd name="connsiteY3" fmla="*/ 114096 h 599871"/>
                <a:gd name="connsiteX4" fmla="*/ 272057 w 447786"/>
                <a:gd name="connsiteY4" fmla="*/ 19799 h 599871"/>
                <a:gd name="connsiteX5" fmla="*/ 191095 w 447786"/>
                <a:gd name="connsiteY5" fmla="*/ 14084 h 599871"/>
                <a:gd name="connsiteX6" fmla="*/ 19645 w 447786"/>
                <a:gd name="connsiteY6" fmla="*/ 162674 h 599871"/>
                <a:gd name="connsiteX7" fmla="*/ 595 w 447786"/>
                <a:gd name="connsiteY7" fmla="*/ 214109 h 599871"/>
                <a:gd name="connsiteX8" fmla="*/ 19645 w 447786"/>
                <a:gd name="connsiteY8" fmla="*/ 375081 h 599871"/>
                <a:gd name="connsiteX9" fmla="*/ 595 w 447786"/>
                <a:gd name="connsiteY9" fmla="*/ 557961 h 599871"/>
                <a:gd name="connsiteX10" fmla="*/ 34885 w 447786"/>
                <a:gd name="connsiteY10" fmla="*/ 599871 h 599871"/>
                <a:gd name="connsiteX11" fmla="*/ 38695 w 447786"/>
                <a:gd name="connsiteY11" fmla="*/ 599871 h 599871"/>
                <a:gd name="connsiteX12" fmla="*/ 76795 w 447786"/>
                <a:gd name="connsiteY12" fmla="*/ 565581 h 599871"/>
                <a:gd name="connsiteX13" fmla="*/ 95845 w 447786"/>
                <a:gd name="connsiteY13" fmla="*/ 378891 h 599871"/>
                <a:gd name="connsiteX14" fmla="*/ 95845 w 447786"/>
                <a:gd name="connsiteY14" fmla="*/ 370319 h 599871"/>
                <a:gd name="connsiteX15" fmla="*/ 91082 w 447786"/>
                <a:gd name="connsiteY15" fmla="*/ 328409 h 599871"/>
                <a:gd name="connsiteX16" fmla="*/ 133945 w 447786"/>
                <a:gd name="connsiteY16" fmla="*/ 399846 h 599871"/>
                <a:gd name="connsiteX17" fmla="*/ 124420 w 447786"/>
                <a:gd name="connsiteY17" fmla="*/ 559866 h 599871"/>
                <a:gd name="connsiteX18" fmla="*/ 160615 w 447786"/>
                <a:gd name="connsiteY18" fmla="*/ 599871 h 599871"/>
                <a:gd name="connsiteX19" fmla="*/ 162520 w 447786"/>
                <a:gd name="connsiteY19" fmla="*/ 599871 h 599871"/>
                <a:gd name="connsiteX20" fmla="*/ 200620 w 447786"/>
                <a:gd name="connsiteY20" fmla="*/ 563676 h 599871"/>
                <a:gd name="connsiteX21" fmla="*/ 210145 w 447786"/>
                <a:gd name="connsiteY21" fmla="*/ 392226 h 599871"/>
                <a:gd name="connsiteX22" fmla="*/ 204430 w 447786"/>
                <a:gd name="connsiteY22" fmla="*/ 370319 h 599871"/>
                <a:gd name="connsiteX23" fmla="*/ 118705 w 447786"/>
                <a:gd name="connsiteY23" fmla="*/ 227444 h 599871"/>
                <a:gd name="connsiteX24" fmla="*/ 236815 w 447786"/>
                <a:gd name="connsiteY24" fmla="*/ 125526 h 599871"/>
                <a:gd name="connsiteX25" fmla="*/ 251102 w 447786"/>
                <a:gd name="connsiteY25" fmla="*/ 157911 h 599871"/>
                <a:gd name="connsiteX26" fmla="*/ 270152 w 447786"/>
                <a:gd name="connsiteY26" fmla="*/ 176961 h 599871"/>
                <a:gd name="connsiteX27" fmla="*/ 393977 w 447786"/>
                <a:gd name="connsiteY27" fmla="*/ 234111 h 599871"/>
                <a:gd name="connsiteX28" fmla="*/ 410170 w 447786"/>
                <a:gd name="connsiteY28" fmla="*/ 237921 h 59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7786" h="599871">
                  <a:moveTo>
                    <a:pt x="410170" y="237921"/>
                  </a:moveTo>
                  <a:cubicBezTo>
                    <a:pt x="424457" y="237921"/>
                    <a:pt x="438745" y="229349"/>
                    <a:pt x="444460" y="216014"/>
                  </a:cubicBezTo>
                  <a:cubicBezTo>
                    <a:pt x="453032" y="196964"/>
                    <a:pt x="444460" y="174104"/>
                    <a:pt x="425410" y="165531"/>
                  </a:cubicBezTo>
                  <a:lnTo>
                    <a:pt x="314920" y="114096"/>
                  </a:lnTo>
                  <a:lnTo>
                    <a:pt x="272057" y="19799"/>
                  </a:lnTo>
                  <a:cubicBezTo>
                    <a:pt x="251102" y="-4014"/>
                    <a:pt x="214907" y="-6871"/>
                    <a:pt x="191095" y="14084"/>
                  </a:cubicBezTo>
                  <a:lnTo>
                    <a:pt x="19645" y="162674"/>
                  </a:lnTo>
                  <a:cubicBezTo>
                    <a:pt x="5357" y="175056"/>
                    <a:pt x="-2263" y="190296"/>
                    <a:pt x="595" y="214109"/>
                  </a:cubicBezTo>
                  <a:lnTo>
                    <a:pt x="19645" y="375081"/>
                  </a:lnTo>
                  <a:lnTo>
                    <a:pt x="595" y="557961"/>
                  </a:lnTo>
                  <a:cubicBezTo>
                    <a:pt x="-1310" y="578916"/>
                    <a:pt x="13930" y="597966"/>
                    <a:pt x="34885" y="599871"/>
                  </a:cubicBezTo>
                  <a:cubicBezTo>
                    <a:pt x="35837" y="599871"/>
                    <a:pt x="37742" y="599871"/>
                    <a:pt x="38695" y="599871"/>
                  </a:cubicBezTo>
                  <a:cubicBezTo>
                    <a:pt x="57745" y="599871"/>
                    <a:pt x="74890" y="585584"/>
                    <a:pt x="76795" y="565581"/>
                  </a:cubicBezTo>
                  <a:lnTo>
                    <a:pt x="95845" y="378891"/>
                  </a:lnTo>
                  <a:cubicBezTo>
                    <a:pt x="95845" y="376034"/>
                    <a:pt x="95845" y="373176"/>
                    <a:pt x="95845" y="370319"/>
                  </a:cubicBezTo>
                  <a:lnTo>
                    <a:pt x="91082" y="328409"/>
                  </a:lnTo>
                  <a:lnTo>
                    <a:pt x="133945" y="399846"/>
                  </a:lnTo>
                  <a:lnTo>
                    <a:pt x="124420" y="559866"/>
                  </a:lnTo>
                  <a:cubicBezTo>
                    <a:pt x="123467" y="580821"/>
                    <a:pt x="139660" y="598919"/>
                    <a:pt x="160615" y="599871"/>
                  </a:cubicBezTo>
                  <a:cubicBezTo>
                    <a:pt x="161567" y="599871"/>
                    <a:pt x="162520" y="599871"/>
                    <a:pt x="162520" y="599871"/>
                  </a:cubicBezTo>
                  <a:cubicBezTo>
                    <a:pt x="182522" y="599871"/>
                    <a:pt x="199667" y="584631"/>
                    <a:pt x="200620" y="563676"/>
                  </a:cubicBezTo>
                  <a:lnTo>
                    <a:pt x="210145" y="392226"/>
                  </a:lnTo>
                  <a:cubicBezTo>
                    <a:pt x="210145" y="384606"/>
                    <a:pt x="208240" y="376986"/>
                    <a:pt x="204430" y="370319"/>
                  </a:cubicBezTo>
                  <a:lnTo>
                    <a:pt x="118705" y="227444"/>
                  </a:lnTo>
                  <a:lnTo>
                    <a:pt x="236815" y="125526"/>
                  </a:lnTo>
                  <a:lnTo>
                    <a:pt x="251102" y="157911"/>
                  </a:lnTo>
                  <a:cubicBezTo>
                    <a:pt x="254912" y="166484"/>
                    <a:pt x="261580" y="173151"/>
                    <a:pt x="270152" y="176961"/>
                  </a:cubicBezTo>
                  <a:lnTo>
                    <a:pt x="393977" y="234111"/>
                  </a:lnTo>
                  <a:cubicBezTo>
                    <a:pt x="399692" y="236969"/>
                    <a:pt x="404455" y="237921"/>
                    <a:pt x="410170" y="23792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pic>
        <p:nvPicPr>
          <p:cNvPr id="85" name="Graphic 84" descr="Packing Box Open outline">
            <a:extLst>
              <a:ext uri="{FF2B5EF4-FFF2-40B4-BE49-F238E27FC236}">
                <a16:creationId xmlns:a16="http://schemas.microsoft.com/office/drawing/2014/main" id="{6B2A05CC-CD59-83E9-7423-FC06E5D6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1976" y="4379335"/>
            <a:ext cx="674456" cy="739101"/>
          </a:xfrm>
          <a:prstGeom prst="rect">
            <a:avLst/>
          </a:prstGeom>
        </p:spPr>
      </p:pic>
      <p:sp>
        <p:nvSpPr>
          <p:cNvPr id="86" name="Callout: Down Arrow 85">
            <a:extLst>
              <a:ext uri="{FF2B5EF4-FFF2-40B4-BE49-F238E27FC236}">
                <a16:creationId xmlns:a16="http://schemas.microsoft.com/office/drawing/2014/main" id="{4581EFAF-5EEB-4463-27BF-37462661A455}"/>
              </a:ext>
            </a:extLst>
          </p:cNvPr>
          <p:cNvSpPr/>
          <p:nvPr/>
        </p:nvSpPr>
        <p:spPr>
          <a:xfrm>
            <a:off x="7368635" y="3650380"/>
            <a:ext cx="950462" cy="650165"/>
          </a:xfrm>
          <a:prstGeom prst="downArrow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tail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02067-34AE-9E8A-29CC-FB35914160AF}"/>
              </a:ext>
            </a:extLst>
          </p:cNvPr>
          <p:cNvSpPr txBox="1"/>
          <p:nvPr/>
        </p:nvSpPr>
        <p:spPr>
          <a:xfrm>
            <a:off x="6870508" y="5080376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91320C-F3AB-ABA8-4BC6-EE575EEBEA9E}"/>
              </a:ext>
            </a:extLst>
          </p:cNvPr>
          <p:cNvSpPr txBox="1"/>
          <p:nvPr/>
        </p:nvSpPr>
        <p:spPr>
          <a:xfrm>
            <a:off x="8485671" y="5115428"/>
            <a:ext cx="209289" cy="33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569D9A-6A06-8F1F-EC29-EA3C3A606B47}"/>
              </a:ext>
            </a:extLst>
          </p:cNvPr>
          <p:cNvSpPr txBox="1"/>
          <p:nvPr/>
        </p:nvSpPr>
        <p:spPr>
          <a:xfrm>
            <a:off x="6413272" y="3600768"/>
            <a:ext cx="5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  <a:r>
              <a:rPr lang="en-US" altLang="zh-CN" sz="900" dirty="0"/>
              <a:t>4</a:t>
            </a:r>
            <a:endParaRPr lang="en-AU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8BF0F8F-7E3C-9352-CD91-1412865E1703}"/>
              </a:ext>
            </a:extLst>
          </p:cNvPr>
          <p:cNvCxnSpPr>
            <a:cxnSpLocks/>
          </p:cNvCxnSpPr>
          <p:nvPr/>
        </p:nvCxnSpPr>
        <p:spPr>
          <a:xfrm>
            <a:off x="-12104" y="3423219"/>
            <a:ext cx="91561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CBFA66B-61C5-A57E-3D31-DA5858650B58}"/>
              </a:ext>
            </a:extLst>
          </p:cNvPr>
          <p:cNvCxnSpPr>
            <a:cxnSpLocks/>
          </p:cNvCxnSpPr>
          <p:nvPr/>
        </p:nvCxnSpPr>
        <p:spPr>
          <a:xfrm>
            <a:off x="3119768" y="-10570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58176F4-F994-7E2B-CB21-B3CEEEFE49BD}"/>
              </a:ext>
            </a:extLst>
          </p:cNvPr>
          <p:cNvCxnSpPr>
            <a:cxnSpLocks/>
          </p:cNvCxnSpPr>
          <p:nvPr/>
        </p:nvCxnSpPr>
        <p:spPr>
          <a:xfrm>
            <a:off x="6263345" y="-79"/>
            <a:ext cx="0" cy="6867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84AAB0F-02FB-F016-3388-AE7C9EE7E14D}"/>
              </a:ext>
            </a:extLst>
          </p:cNvPr>
          <p:cNvGrpSpPr/>
          <p:nvPr/>
        </p:nvGrpSpPr>
        <p:grpSpPr>
          <a:xfrm>
            <a:off x="3679493" y="4293273"/>
            <a:ext cx="300609" cy="674809"/>
            <a:chOff x="5303127" y="2535583"/>
            <a:chExt cx="344189" cy="762000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8254014-A760-7025-49DF-CA69BABE16EF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5EE8BF-6249-9310-8F51-135BFEA877F4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33E577-1B7B-C4EC-36F7-EFFC14B100DA}"/>
              </a:ext>
            </a:extLst>
          </p:cNvPr>
          <p:cNvGrpSpPr/>
          <p:nvPr/>
        </p:nvGrpSpPr>
        <p:grpSpPr>
          <a:xfrm>
            <a:off x="6853233" y="4302632"/>
            <a:ext cx="300609" cy="674809"/>
            <a:chOff x="5303127" y="2535583"/>
            <a:chExt cx="344189" cy="762000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A9DE2A-F645-8671-656B-D799B155EAFC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C90E845-1BC0-AFA3-567D-425C036C4586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sp>
        <p:nvSpPr>
          <p:cNvPr id="120" name="Thought Bubble: Cloud 119">
            <a:extLst>
              <a:ext uri="{FF2B5EF4-FFF2-40B4-BE49-F238E27FC236}">
                <a16:creationId xmlns:a16="http://schemas.microsoft.com/office/drawing/2014/main" id="{7FA6E327-FB68-B122-94DD-EC2C372A31A5}"/>
              </a:ext>
            </a:extLst>
          </p:cNvPr>
          <p:cNvSpPr/>
          <p:nvPr/>
        </p:nvSpPr>
        <p:spPr>
          <a:xfrm>
            <a:off x="285163" y="2089459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1" name="Thought Bubble: Cloud 120">
            <a:extLst>
              <a:ext uri="{FF2B5EF4-FFF2-40B4-BE49-F238E27FC236}">
                <a16:creationId xmlns:a16="http://schemas.microsoft.com/office/drawing/2014/main" id="{5D35B7CC-7944-0AD4-20E2-3DAA905C38E8}"/>
              </a:ext>
            </a:extLst>
          </p:cNvPr>
          <p:cNvSpPr/>
          <p:nvPr/>
        </p:nvSpPr>
        <p:spPr>
          <a:xfrm>
            <a:off x="3419673" y="2105834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2" name="Thought Bubble: Cloud 121">
            <a:extLst>
              <a:ext uri="{FF2B5EF4-FFF2-40B4-BE49-F238E27FC236}">
                <a16:creationId xmlns:a16="http://schemas.microsoft.com/office/drawing/2014/main" id="{D26A966B-641A-ADAF-82CB-4D5E3D529FC5}"/>
              </a:ext>
            </a:extLst>
          </p:cNvPr>
          <p:cNvSpPr/>
          <p:nvPr/>
        </p:nvSpPr>
        <p:spPr>
          <a:xfrm>
            <a:off x="346961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coin=none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</p:txBody>
      </p:sp>
      <p:sp>
        <p:nvSpPr>
          <p:cNvPr id="123" name="Thought Bubble: Cloud 122">
            <a:extLst>
              <a:ext uri="{FF2B5EF4-FFF2-40B4-BE49-F238E27FC236}">
                <a16:creationId xmlns:a16="http://schemas.microsoft.com/office/drawing/2014/main" id="{54054311-7C0C-7AAE-4C7D-426CA0239DF7}"/>
              </a:ext>
            </a:extLst>
          </p:cNvPr>
          <p:cNvSpPr/>
          <p:nvPr/>
        </p:nvSpPr>
        <p:spPr>
          <a:xfrm>
            <a:off x="3401825" y="5511763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sp>
        <p:nvSpPr>
          <p:cNvPr id="124" name="Thought Bubble: Cloud 123">
            <a:extLst>
              <a:ext uri="{FF2B5EF4-FFF2-40B4-BE49-F238E27FC236}">
                <a16:creationId xmlns:a16="http://schemas.microsoft.com/office/drawing/2014/main" id="{75F7B7B8-2E7A-5432-0CB3-9BA12CC82931}"/>
              </a:ext>
            </a:extLst>
          </p:cNvPr>
          <p:cNvSpPr/>
          <p:nvPr/>
        </p:nvSpPr>
        <p:spPr>
          <a:xfrm>
            <a:off x="6559500" y="5497176"/>
            <a:ext cx="2499408" cy="1087618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>
                <a:solidFill>
                  <a:schemeClr val="tx1"/>
                </a:solidFill>
              </a:rPr>
              <a:t>coin=head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a</a:t>
            </a:r>
            <a:r>
              <a:rPr lang="en-AU" sz="1400" dirty="0">
                <a:solidFill>
                  <a:schemeClr val="tx1"/>
                </a:solidFill>
              </a:rPr>
              <a:t>=f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r>
              <a:rPr lang="en-US" altLang="zh-CN" sz="1100" dirty="0">
                <a:solidFill>
                  <a:schemeClr val="tx1"/>
                </a:solidFill>
              </a:rPr>
              <a:t>b</a:t>
            </a:r>
            <a:r>
              <a:rPr lang="en-US" altLang="zh-CN" sz="1400" dirty="0">
                <a:solidFill>
                  <a:schemeClr val="tx1"/>
                </a:solidFill>
              </a:rPr>
              <a:t> B</a:t>
            </a:r>
            <a:r>
              <a:rPr lang="en-US" altLang="zh-CN" sz="1100" dirty="0">
                <a:solidFill>
                  <a:schemeClr val="tx1"/>
                </a:solidFill>
              </a:rPr>
              <a:t>a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AU" sz="1400" dirty="0" err="1">
                <a:solidFill>
                  <a:schemeClr val="tx1"/>
                </a:solidFill>
              </a:rPr>
              <a:t>peeking</a:t>
            </a:r>
            <a:r>
              <a:rPr lang="en-AU" sz="1100" dirty="0" err="1">
                <a:solidFill>
                  <a:schemeClr val="tx1"/>
                </a:solidFill>
              </a:rPr>
              <a:t>b</a:t>
            </a:r>
            <a:r>
              <a:rPr lang="en-AU" sz="1400" dirty="0">
                <a:solidFill>
                  <a:schemeClr val="tx1"/>
                </a:solidFill>
              </a:rPr>
              <a:t>=t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EAA05E6-34E3-D7AD-BAE8-D71F62213D73}"/>
              </a:ext>
            </a:extLst>
          </p:cNvPr>
          <p:cNvGrpSpPr/>
          <p:nvPr/>
        </p:nvGrpSpPr>
        <p:grpSpPr>
          <a:xfrm>
            <a:off x="632011" y="4304688"/>
            <a:ext cx="300609" cy="674809"/>
            <a:chOff x="5303127" y="2535583"/>
            <a:chExt cx="344189" cy="76200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285DBF1-3F20-5CA1-CF69-7F0616B56A79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BFAA764-2705-BC0A-991F-093B4651931B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F79BEE6-0A5A-1BD1-6C41-7ECF6DF3A547}"/>
              </a:ext>
            </a:extLst>
          </p:cNvPr>
          <p:cNvGrpSpPr/>
          <p:nvPr/>
        </p:nvGrpSpPr>
        <p:grpSpPr>
          <a:xfrm>
            <a:off x="2229096" y="4302632"/>
            <a:ext cx="300609" cy="674809"/>
            <a:chOff x="5303127" y="2535583"/>
            <a:chExt cx="344189" cy="762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475B4B-CAA2-86C5-6CFA-05FB172CDAEE}"/>
                </a:ext>
              </a:extLst>
            </p:cNvPr>
            <p:cNvSpPr/>
            <p:nvPr/>
          </p:nvSpPr>
          <p:spPr>
            <a:xfrm>
              <a:off x="5409358" y="2535583"/>
              <a:ext cx="133350" cy="133350"/>
            </a:xfrm>
            <a:custGeom>
              <a:avLst/>
              <a:gdLst>
                <a:gd name="connsiteX0" fmla="*/ 133350 w 133350"/>
                <a:gd name="connsiteY0" fmla="*/ 66675 h 133350"/>
                <a:gd name="connsiteX1" fmla="*/ 66675 w 133350"/>
                <a:gd name="connsiteY1" fmla="*/ 133350 h 133350"/>
                <a:gd name="connsiteX2" fmla="*/ 0 w 133350"/>
                <a:gd name="connsiteY2" fmla="*/ 66675 h 133350"/>
                <a:gd name="connsiteX3" fmla="*/ 66675 w 133350"/>
                <a:gd name="connsiteY3" fmla="*/ 0 h 133350"/>
                <a:gd name="connsiteX4" fmla="*/ 133350 w 133350"/>
                <a:gd name="connsiteY4" fmla="*/ 6667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103499"/>
                    <a:pt x="103499" y="133350"/>
                    <a:pt x="66675" y="133350"/>
                  </a:cubicBezTo>
                  <a:cubicBezTo>
                    <a:pt x="29851" y="133350"/>
                    <a:pt x="0" y="103499"/>
                    <a:pt x="0" y="66675"/>
                  </a:cubicBezTo>
                  <a:cubicBezTo>
                    <a:pt x="0" y="29851"/>
                    <a:pt x="29851" y="0"/>
                    <a:pt x="66675" y="0"/>
                  </a:cubicBezTo>
                  <a:cubicBezTo>
                    <a:pt x="103499" y="0"/>
                    <a:pt x="133350" y="29851"/>
                    <a:pt x="133350" y="666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C3602C1-7740-77EA-7B3D-23C7D95CFDA5}"/>
                </a:ext>
              </a:extLst>
            </p:cNvPr>
            <p:cNvSpPr/>
            <p:nvPr/>
          </p:nvSpPr>
          <p:spPr>
            <a:xfrm>
              <a:off x="5303127" y="2687983"/>
              <a:ext cx="344189" cy="609600"/>
            </a:xfrm>
            <a:custGeom>
              <a:avLst/>
              <a:gdLst>
                <a:gd name="connsiteX0" fmla="*/ 343404 w 344189"/>
                <a:gd name="connsiteY0" fmla="*/ 280035 h 609600"/>
                <a:gd name="connsiteX1" fmla="*/ 298636 w 344189"/>
                <a:gd name="connsiteY1" fmla="*/ 55245 h 609600"/>
                <a:gd name="connsiteX2" fmla="*/ 231009 w 344189"/>
                <a:gd name="connsiteY2" fmla="*/ 10478 h 609600"/>
                <a:gd name="connsiteX3" fmla="*/ 171954 w 344189"/>
                <a:gd name="connsiteY3" fmla="*/ 0 h 609600"/>
                <a:gd name="connsiteX4" fmla="*/ 112899 w 344189"/>
                <a:gd name="connsiteY4" fmla="*/ 10478 h 609600"/>
                <a:gd name="connsiteX5" fmla="*/ 45271 w 344189"/>
                <a:gd name="connsiteY5" fmla="*/ 55245 h 609600"/>
                <a:gd name="connsiteX6" fmla="*/ 504 w 344189"/>
                <a:gd name="connsiteY6" fmla="*/ 280035 h 609600"/>
                <a:gd name="connsiteX7" fmla="*/ 23364 w 344189"/>
                <a:gd name="connsiteY7" fmla="*/ 313373 h 609600"/>
                <a:gd name="connsiteX8" fmla="*/ 29079 w 344189"/>
                <a:gd name="connsiteY8" fmla="*/ 314325 h 609600"/>
                <a:gd name="connsiteX9" fmla="*/ 56701 w 344189"/>
                <a:gd name="connsiteY9" fmla="*/ 291465 h 609600"/>
                <a:gd name="connsiteX10" fmla="*/ 96706 w 344189"/>
                <a:gd name="connsiteY10" fmla="*/ 98107 h 609600"/>
                <a:gd name="connsiteX11" fmla="*/ 96706 w 344189"/>
                <a:gd name="connsiteY11" fmla="*/ 609600 h 609600"/>
                <a:gd name="connsiteX12" fmla="*/ 153856 w 344189"/>
                <a:gd name="connsiteY12" fmla="*/ 609600 h 609600"/>
                <a:gd name="connsiteX13" fmla="*/ 153856 w 344189"/>
                <a:gd name="connsiteY13" fmla="*/ 314325 h 609600"/>
                <a:gd name="connsiteX14" fmla="*/ 191956 w 344189"/>
                <a:gd name="connsiteY14" fmla="*/ 314325 h 609600"/>
                <a:gd name="connsiteX15" fmla="*/ 191956 w 344189"/>
                <a:gd name="connsiteY15" fmla="*/ 609600 h 609600"/>
                <a:gd name="connsiteX16" fmla="*/ 249106 w 344189"/>
                <a:gd name="connsiteY16" fmla="*/ 609600 h 609600"/>
                <a:gd name="connsiteX17" fmla="*/ 249106 w 344189"/>
                <a:gd name="connsiteY17" fmla="*/ 98107 h 609600"/>
                <a:gd name="connsiteX18" fmla="*/ 288159 w 344189"/>
                <a:gd name="connsiteY18" fmla="*/ 291465 h 609600"/>
                <a:gd name="connsiteX19" fmla="*/ 315781 w 344189"/>
                <a:gd name="connsiteY19" fmla="*/ 314325 h 609600"/>
                <a:gd name="connsiteX20" fmla="*/ 321496 w 344189"/>
                <a:gd name="connsiteY20" fmla="*/ 313373 h 609600"/>
                <a:gd name="connsiteX21" fmla="*/ 343404 w 344189"/>
                <a:gd name="connsiteY21" fmla="*/ 28003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189" h="609600">
                  <a:moveTo>
                    <a:pt x="343404" y="280035"/>
                  </a:moveTo>
                  <a:lnTo>
                    <a:pt x="298636" y="55245"/>
                  </a:lnTo>
                  <a:cubicBezTo>
                    <a:pt x="280539" y="35243"/>
                    <a:pt x="257679" y="20003"/>
                    <a:pt x="231009" y="10478"/>
                  </a:cubicBezTo>
                  <a:cubicBezTo>
                    <a:pt x="212911" y="3810"/>
                    <a:pt x="192909" y="0"/>
                    <a:pt x="171954" y="0"/>
                  </a:cubicBezTo>
                  <a:cubicBezTo>
                    <a:pt x="150999" y="0"/>
                    <a:pt x="131949" y="3810"/>
                    <a:pt x="112899" y="10478"/>
                  </a:cubicBezTo>
                  <a:cubicBezTo>
                    <a:pt x="87181" y="20003"/>
                    <a:pt x="64321" y="35243"/>
                    <a:pt x="45271" y="55245"/>
                  </a:cubicBezTo>
                  <a:lnTo>
                    <a:pt x="504" y="280035"/>
                  </a:lnTo>
                  <a:cubicBezTo>
                    <a:pt x="-2354" y="295275"/>
                    <a:pt x="7171" y="310515"/>
                    <a:pt x="23364" y="313373"/>
                  </a:cubicBezTo>
                  <a:cubicBezTo>
                    <a:pt x="25269" y="313373"/>
                    <a:pt x="27174" y="314325"/>
                    <a:pt x="29079" y="314325"/>
                  </a:cubicBezTo>
                  <a:cubicBezTo>
                    <a:pt x="42414" y="314325"/>
                    <a:pt x="54796" y="304800"/>
                    <a:pt x="56701" y="291465"/>
                  </a:cubicBezTo>
                  <a:lnTo>
                    <a:pt x="96706" y="98107"/>
                  </a:lnTo>
                  <a:lnTo>
                    <a:pt x="96706" y="609600"/>
                  </a:lnTo>
                  <a:lnTo>
                    <a:pt x="153856" y="609600"/>
                  </a:lnTo>
                  <a:lnTo>
                    <a:pt x="153856" y="314325"/>
                  </a:lnTo>
                  <a:lnTo>
                    <a:pt x="191956" y="314325"/>
                  </a:lnTo>
                  <a:lnTo>
                    <a:pt x="191956" y="609600"/>
                  </a:lnTo>
                  <a:lnTo>
                    <a:pt x="249106" y="609600"/>
                  </a:lnTo>
                  <a:lnTo>
                    <a:pt x="249106" y="98107"/>
                  </a:lnTo>
                  <a:lnTo>
                    <a:pt x="288159" y="291465"/>
                  </a:lnTo>
                  <a:cubicBezTo>
                    <a:pt x="290064" y="304800"/>
                    <a:pt x="302446" y="314325"/>
                    <a:pt x="315781" y="314325"/>
                  </a:cubicBezTo>
                  <a:cubicBezTo>
                    <a:pt x="317686" y="314325"/>
                    <a:pt x="319591" y="314325"/>
                    <a:pt x="321496" y="313373"/>
                  </a:cubicBezTo>
                  <a:cubicBezTo>
                    <a:pt x="336736" y="310515"/>
                    <a:pt x="347214" y="295275"/>
                    <a:pt x="343404" y="28003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10520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52652</TotalTime>
  <Words>1883</Words>
  <Application>Microsoft Office PowerPoint</Application>
  <PresentationFormat>On-screen Show (4:3)</PresentationFormat>
  <Paragraphs>687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Guang</dc:creator>
  <cp:lastModifiedBy>Guang Hu</cp:lastModifiedBy>
  <cp:revision>9</cp:revision>
  <cp:lastPrinted>2022-11-07T14:49:07Z</cp:lastPrinted>
  <dcterms:created xsi:type="dcterms:W3CDTF">2022-10-24T01:14:57Z</dcterms:created>
  <dcterms:modified xsi:type="dcterms:W3CDTF">2024-01-25T07:02:27Z</dcterms:modified>
</cp:coreProperties>
</file>